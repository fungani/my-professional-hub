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02" y="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3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3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6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EA8F8A-4F20-4E60-9674-F66376FF0E51}" type="doc">
      <dgm:prSet loTypeId="urn:microsoft.com/office/officeart/2018/2/layout/IconCircleList" loCatId="icon" qsTypeId="urn:microsoft.com/office/officeart/2005/8/quickstyle/simple1#9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1B70AFB-A9BD-4C7E-80FF-6C3E8D5A344E}">
      <dgm:prSet/>
      <dgm:spPr/>
      <dgm:t>
        <a:bodyPr/>
        <a:lstStyle/>
        <a:p>
          <a:r>
            <a:rPr lang="en-US"/>
            <a:t>Administration professional with experience in government administration, records administration and document management.</a:t>
          </a:r>
        </a:p>
      </dgm:t>
    </dgm:pt>
    <dgm:pt modelId="{0C1F1C9A-0DB6-4944-B229-7973EFB09324}" type="parTrans" cxnId="{3B694A59-3218-415A-B5DE-E3499B95535B}">
      <dgm:prSet/>
      <dgm:spPr/>
      <dgm:t>
        <a:bodyPr/>
        <a:lstStyle/>
        <a:p>
          <a:endParaRPr lang="en-US"/>
        </a:p>
      </dgm:t>
    </dgm:pt>
    <dgm:pt modelId="{F025FDC0-6783-45B1-ABED-2D7272A4F73F}" type="sibTrans" cxnId="{3B694A59-3218-415A-B5DE-E3499B95535B}">
      <dgm:prSet/>
      <dgm:spPr/>
      <dgm:t>
        <a:bodyPr/>
        <a:lstStyle/>
        <a:p>
          <a:endParaRPr lang="en-US"/>
        </a:p>
      </dgm:t>
    </dgm:pt>
    <dgm:pt modelId="{587BB02E-EBE0-47DE-90A8-25E99DA64CB3}">
      <dgm:prSet/>
      <dgm:spPr/>
      <dgm:t>
        <a:bodyPr/>
        <a:lstStyle/>
        <a:p>
          <a:r>
            <a:rPr lang="en-US"/>
            <a:t>Experienced in correspondence handling, report writing, policy implementation, stakeholder liaison and office coordination.</a:t>
          </a:r>
        </a:p>
      </dgm:t>
    </dgm:pt>
    <dgm:pt modelId="{8AFCE88B-ED76-415A-A695-946A6BF1FFA2}" type="parTrans" cxnId="{51EFBE75-5F80-429C-80F4-49A817398FA4}">
      <dgm:prSet/>
      <dgm:spPr/>
      <dgm:t>
        <a:bodyPr/>
        <a:lstStyle/>
        <a:p>
          <a:endParaRPr lang="en-US"/>
        </a:p>
      </dgm:t>
    </dgm:pt>
    <dgm:pt modelId="{5801DD4D-2721-49C8-A971-6AC8015CD18F}" type="sibTrans" cxnId="{51EFBE75-5F80-429C-80F4-49A817398FA4}">
      <dgm:prSet/>
      <dgm:spPr/>
      <dgm:t>
        <a:bodyPr/>
        <a:lstStyle/>
        <a:p>
          <a:endParaRPr lang="en-US"/>
        </a:p>
      </dgm:t>
    </dgm:pt>
    <dgm:pt modelId="{0C3915A6-214B-499B-B5E2-05335072CD08}">
      <dgm:prSet/>
      <dgm:spPr/>
      <dgm:t>
        <a:bodyPr/>
        <a:lstStyle/>
        <a:p>
          <a:r>
            <a:rPr lang="en-US"/>
            <a:t>Skilled in maintaining official documentation, preparing reports, managing administrative processes and coordinating meetings.</a:t>
          </a:r>
        </a:p>
      </dgm:t>
    </dgm:pt>
    <dgm:pt modelId="{C8C30465-B1A7-47C2-89CD-940B65F94A8A}" type="parTrans" cxnId="{55E33808-1DFE-4EE1-8903-612CC3A7437A}">
      <dgm:prSet/>
      <dgm:spPr/>
      <dgm:t>
        <a:bodyPr/>
        <a:lstStyle/>
        <a:p>
          <a:endParaRPr lang="en-US"/>
        </a:p>
      </dgm:t>
    </dgm:pt>
    <dgm:pt modelId="{565809A4-1C6D-44D8-9FE7-98C950AC4308}" type="sibTrans" cxnId="{55E33808-1DFE-4EE1-8903-612CC3A7437A}">
      <dgm:prSet/>
      <dgm:spPr/>
      <dgm:t>
        <a:bodyPr/>
        <a:lstStyle/>
        <a:p>
          <a:endParaRPr lang="en-US"/>
        </a:p>
      </dgm:t>
    </dgm:pt>
    <dgm:pt modelId="{1A168F80-B3DB-4C77-89E2-D021B220C77D}">
      <dgm:prSet/>
      <dgm:spPr/>
      <dgm:t>
        <a:bodyPr/>
        <a:lstStyle/>
        <a:p>
          <a:r>
            <a:rPr lang="en-US"/>
            <a:t>Knowledge of PFMA, MFMA, PAIA and POPIA; proficient in Microsoft Office.</a:t>
          </a:r>
        </a:p>
      </dgm:t>
    </dgm:pt>
    <dgm:pt modelId="{8E940103-814E-423B-A48E-1F89FADF4BDC}" type="parTrans" cxnId="{61DDC597-98AC-4F02-82DD-09987E628C10}">
      <dgm:prSet/>
      <dgm:spPr/>
      <dgm:t>
        <a:bodyPr/>
        <a:lstStyle/>
        <a:p>
          <a:endParaRPr lang="en-US"/>
        </a:p>
      </dgm:t>
    </dgm:pt>
    <dgm:pt modelId="{67D486FE-9D67-402C-B32E-FF8130837AAC}" type="sibTrans" cxnId="{61DDC597-98AC-4F02-82DD-09987E628C10}">
      <dgm:prSet/>
      <dgm:spPr/>
      <dgm:t>
        <a:bodyPr/>
        <a:lstStyle/>
        <a:p>
          <a:endParaRPr lang="en-US"/>
        </a:p>
      </dgm:t>
    </dgm:pt>
    <dgm:pt modelId="{66E689F1-CC1E-4BEB-893E-C8124022F556}" type="pres">
      <dgm:prSet presAssocID="{62EA8F8A-4F20-4E60-9674-F66376FF0E51}" presName="root" presStyleCnt="0">
        <dgm:presLayoutVars>
          <dgm:dir/>
          <dgm:resizeHandles val="exact"/>
        </dgm:presLayoutVars>
      </dgm:prSet>
      <dgm:spPr/>
    </dgm:pt>
    <dgm:pt modelId="{B0A8D80B-77DA-4654-AC06-3A1F486EED2C}" type="pres">
      <dgm:prSet presAssocID="{62EA8F8A-4F20-4E60-9674-F66376FF0E51}" presName="container" presStyleCnt="0">
        <dgm:presLayoutVars>
          <dgm:dir/>
          <dgm:resizeHandles val="exact"/>
        </dgm:presLayoutVars>
      </dgm:prSet>
      <dgm:spPr/>
    </dgm:pt>
    <dgm:pt modelId="{55F2DC45-1FBF-4308-B4B1-78A1DAA58CDF}" type="pres">
      <dgm:prSet presAssocID="{D1B70AFB-A9BD-4C7E-80FF-6C3E8D5A344E}" presName="compNode" presStyleCnt="0"/>
      <dgm:spPr/>
    </dgm:pt>
    <dgm:pt modelId="{1B83D234-64C4-4640-9D65-E3C702654442}" type="pres">
      <dgm:prSet presAssocID="{D1B70AFB-A9BD-4C7E-80FF-6C3E8D5A344E}" presName="iconBgRect" presStyleLbl="bgShp" presStyleIdx="0" presStyleCnt="4"/>
      <dgm:spPr/>
    </dgm:pt>
    <dgm:pt modelId="{34FC09C5-FF45-49E6-BAE7-ACDFB8981705}" type="pres">
      <dgm:prSet presAssocID="{D1B70AFB-A9BD-4C7E-80FF-6C3E8D5A344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C4FF698-63B8-403C-8298-E4702C375B8D}" type="pres">
      <dgm:prSet presAssocID="{D1B70AFB-A9BD-4C7E-80FF-6C3E8D5A344E}" presName="spaceRect" presStyleCnt="0"/>
      <dgm:spPr/>
    </dgm:pt>
    <dgm:pt modelId="{48BD62C4-29EA-494E-924A-7F190A38CA46}" type="pres">
      <dgm:prSet presAssocID="{D1B70AFB-A9BD-4C7E-80FF-6C3E8D5A344E}" presName="textRect" presStyleLbl="revTx" presStyleIdx="0" presStyleCnt="4">
        <dgm:presLayoutVars>
          <dgm:chMax val="1"/>
          <dgm:chPref val="1"/>
        </dgm:presLayoutVars>
      </dgm:prSet>
      <dgm:spPr/>
    </dgm:pt>
    <dgm:pt modelId="{2F0946D8-6E71-4B22-BACB-7D15BDC37E8D}" type="pres">
      <dgm:prSet presAssocID="{F025FDC0-6783-45B1-ABED-2D7272A4F73F}" presName="sibTrans" presStyleLbl="sibTrans2D1" presStyleIdx="0" presStyleCnt="0"/>
      <dgm:spPr/>
    </dgm:pt>
    <dgm:pt modelId="{FFA3BE0C-B1FA-4542-BC05-5FD5CA2AFDDC}" type="pres">
      <dgm:prSet presAssocID="{587BB02E-EBE0-47DE-90A8-25E99DA64CB3}" presName="compNode" presStyleCnt="0"/>
      <dgm:spPr/>
    </dgm:pt>
    <dgm:pt modelId="{202E0F37-C0C1-4E72-93A4-94A715608CA8}" type="pres">
      <dgm:prSet presAssocID="{587BB02E-EBE0-47DE-90A8-25E99DA64CB3}" presName="iconBgRect" presStyleLbl="bgShp" presStyleIdx="1" presStyleCnt="4"/>
      <dgm:spPr/>
    </dgm:pt>
    <dgm:pt modelId="{016E0487-218D-4959-8BE3-6B8CF9042418}" type="pres">
      <dgm:prSet presAssocID="{587BB02E-EBE0-47DE-90A8-25E99DA64CB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AEEF5F0-5624-44A7-B87E-0FB26305CCE5}" type="pres">
      <dgm:prSet presAssocID="{587BB02E-EBE0-47DE-90A8-25E99DA64CB3}" presName="spaceRect" presStyleCnt="0"/>
      <dgm:spPr/>
    </dgm:pt>
    <dgm:pt modelId="{529F9F57-FC1C-4B3B-B245-C28EF1C97FDC}" type="pres">
      <dgm:prSet presAssocID="{587BB02E-EBE0-47DE-90A8-25E99DA64CB3}" presName="textRect" presStyleLbl="revTx" presStyleIdx="1" presStyleCnt="4">
        <dgm:presLayoutVars>
          <dgm:chMax val="1"/>
          <dgm:chPref val="1"/>
        </dgm:presLayoutVars>
      </dgm:prSet>
      <dgm:spPr/>
    </dgm:pt>
    <dgm:pt modelId="{584B2609-7677-4F3A-9061-1FFB3251A424}" type="pres">
      <dgm:prSet presAssocID="{5801DD4D-2721-49C8-A971-6AC8015CD18F}" presName="sibTrans" presStyleLbl="sibTrans2D1" presStyleIdx="0" presStyleCnt="0"/>
      <dgm:spPr/>
    </dgm:pt>
    <dgm:pt modelId="{BC38EC63-CE9A-4AE5-9857-8D080949CF61}" type="pres">
      <dgm:prSet presAssocID="{0C3915A6-214B-499B-B5E2-05335072CD08}" presName="compNode" presStyleCnt="0"/>
      <dgm:spPr/>
    </dgm:pt>
    <dgm:pt modelId="{889E40E7-CA31-4673-B902-EDC4A87E9370}" type="pres">
      <dgm:prSet presAssocID="{0C3915A6-214B-499B-B5E2-05335072CD08}" presName="iconBgRect" presStyleLbl="bgShp" presStyleIdx="2" presStyleCnt="4"/>
      <dgm:spPr/>
    </dgm:pt>
    <dgm:pt modelId="{92030383-0DDB-4F15-AE73-A6FE77C86E30}" type="pres">
      <dgm:prSet presAssocID="{0C3915A6-214B-499B-B5E2-05335072CD0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E18FE59A-3266-4219-92EB-254E281BA82E}" type="pres">
      <dgm:prSet presAssocID="{0C3915A6-214B-499B-B5E2-05335072CD08}" presName="spaceRect" presStyleCnt="0"/>
      <dgm:spPr/>
    </dgm:pt>
    <dgm:pt modelId="{8322B958-DA37-4C16-B34B-BB1D686FA925}" type="pres">
      <dgm:prSet presAssocID="{0C3915A6-214B-499B-B5E2-05335072CD08}" presName="textRect" presStyleLbl="revTx" presStyleIdx="2" presStyleCnt="4">
        <dgm:presLayoutVars>
          <dgm:chMax val="1"/>
          <dgm:chPref val="1"/>
        </dgm:presLayoutVars>
      </dgm:prSet>
      <dgm:spPr/>
    </dgm:pt>
    <dgm:pt modelId="{89508E4D-2883-4B17-97D1-CF59AE3D3327}" type="pres">
      <dgm:prSet presAssocID="{565809A4-1C6D-44D8-9FE7-98C950AC4308}" presName="sibTrans" presStyleLbl="sibTrans2D1" presStyleIdx="0" presStyleCnt="0"/>
      <dgm:spPr/>
    </dgm:pt>
    <dgm:pt modelId="{64941463-8F14-4602-B25B-38F6B0955619}" type="pres">
      <dgm:prSet presAssocID="{1A168F80-B3DB-4C77-89E2-D021B220C77D}" presName="compNode" presStyleCnt="0"/>
      <dgm:spPr/>
    </dgm:pt>
    <dgm:pt modelId="{6844F23D-A08D-4B40-BFC5-8D475E080304}" type="pres">
      <dgm:prSet presAssocID="{1A168F80-B3DB-4C77-89E2-D021B220C77D}" presName="iconBgRect" presStyleLbl="bgShp" presStyleIdx="3" presStyleCnt="4"/>
      <dgm:spPr/>
    </dgm:pt>
    <dgm:pt modelId="{2E36CBA3-99B3-4611-AFB0-416617500FE6}" type="pres">
      <dgm:prSet presAssocID="{1A168F80-B3DB-4C77-89E2-D021B220C77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BD63B11-AF80-4532-BEA8-30BA113B492D}" type="pres">
      <dgm:prSet presAssocID="{1A168F80-B3DB-4C77-89E2-D021B220C77D}" presName="spaceRect" presStyleCnt="0"/>
      <dgm:spPr/>
    </dgm:pt>
    <dgm:pt modelId="{A4C2AC55-B459-4AA3-9662-436273D50476}" type="pres">
      <dgm:prSet presAssocID="{1A168F80-B3DB-4C77-89E2-D021B220C77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4272E03-9E87-4C08-B1CF-527EF4BAE8A1}" type="presOf" srcId="{5801DD4D-2721-49C8-A971-6AC8015CD18F}" destId="{584B2609-7677-4F3A-9061-1FFB3251A424}" srcOrd="0" destOrd="0" presId="urn:microsoft.com/office/officeart/2018/2/layout/IconCircleList"/>
    <dgm:cxn modelId="{A6CF7F05-17FB-4A30-90F2-E33D5C094033}" type="presOf" srcId="{0C3915A6-214B-499B-B5E2-05335072CD08}" destId="{8322B958-DA37-4C16-B34B-BB1D686FA925}" srcOrd="0" destOrd="0" presId="urn:microsoft.com/office/officeart/2018/2/layout/IconCircleList"/>
    <dgm:cxn modelId="{55E33808-1DFE-4EE1-8903-612CC3A7437A}" srcId="{62EA8F8A-4F20-4E60-9674-F66376FF0E51}" destId="{0C3915A6-214B-499B-B5E2-05335072CD08}" srcOrd="2" destOrd="0" parTransId="{C8C30465-B1A7-47C2-89CD-940B65F94A8A}" sibTransId="{565809A4-1C6D-44D8-9FE7-98C950AC4308}"/>
    <dgm:cxn modelId="{D557F242-5A4E-476F-BC59-26D86D87A849}" type="presOf" srcId="{D1B70AFB-A9BD-4C7E-80FF-6C3E8D5A344E}" destId="{48BD62C4-29EA-494E-924A-7F190A38CA46}" srcOrd="0" destOrd="0" presId="urn:microsoft.com/office/officeart/2018/2/layout/IconCircleList"/>
    <dgm:cxn modelId="{51EFBE75-5F80-429C-80F4-49A817398FA4}" srcId="{62EA8F8A-4F20-4E60-9674-F66376FF0E51}" destId="{587BB02E-EBE0-47DE-90A8-25E99DA64CB3}" srcOrd="1" destOrd="0" parTransId="{8AFCE88B-ED76-415A-A695-946A6BF1FFA2}" sibTransId="{5801DD4D-2721-49C8-A971-6AC8015CD18F}"/>
    <dgm:cxn modelId="{9E9FC558-CD0B-42E1-B11F-1BC948172401}" type="presOf" srcId="{F025FDC0-6783-45B1-ABED-2D7272A4F73F}" destId="{2F0946D8-6E71-4B22-BACB-7D15BDC37E8D}" srcOrd="0" destOrd="0" presId="urn:microsoft.com/office/officeart/2018/2/layout/IconCircleList"/>
    <dgm:cxn modelId="{3B694A59-3218-415A-B5DE-E3499B95535B}" srcId="{62EA8F8A-4F20-4E60-9674-F66376FF0E51}" destId="{D1B70AFB-A9BD-4C7E-80FF-6C3E8D5A344E}" srcOrd="0" destOrd="0" parTransId="{0C1F1C9A-0DB6-4944-B229-7973EFB09324}" sibTransId="{F025FDC0-6783-45B1-ABED-2D7272A4F73F}"/>
    <dgm:cxn modelId="{F9297B79-E765-499E-9D48-72D71C25CB45}" type="presOf" srcId="{587BB02E-EBE0-47DE-90A8-25E99DA64CB3}" destId="{529F9F57-FC1C-4B3B-B245-C28EF1C97FDC}" srcOrd="0" destOrd="0" presId="urn:microsoft.com/office/officeart/2018/2/layout/IconCircleList"/>
    <dgm:cxn modelId="{2C79895A-0D9C-42F7-B5BE-4823B95B2389}" type="presOf" srcId="{1A168F80-B3DB-4C77-89E2-D021B220C77D}" destId="{A4C2AC55-B459-4AA3-9662-436273D50476}" srcOrd="0" destOrd="0" presId="urn:microsoft.com/office/officeart/2018/2/layout/IconCircleList"/>
    <dgm:cxn modelId="{61DDC597-98AC-4F02-82DD-09987E628C10}" srcId="{62EA8F8A-4F20-4E60-9674-F66376FF0E51}" destId="{1A168F80-B3DB-4C77-89E2-D021B220C77D}" srcOrd="3" destOrd="0" parTransId="{8E940103-814E-423B-A48E-1F89FADF4BDC}" sibTransId="{67D486FE-9D67-402C-B32E-FF8130837AAC}"/>
    <dgm:cxn modelId="{D74FA1EA-8662-4450-BC42-D79EB132AECA}" type="presOf" srcId="{62EA8F8A-4F20-4E60-9674-F66376FF0E51}" destId="{66E689F1-CC1E-4BEB-893E-C8124022F556}" srcOrd="0" destOrd="0" presId="urn:microsoft.com/office/officeart/2018/2/layout/IconCircleList"/>
    <dgm:cxn modelId="{14FDD2EF-17F9-470C-8BCC-0309DEBE529A}" type="presOf" srcId="{565809A4-1C6D-44D8-9FE7-98C950AC4308}" destId="{89508E4D-2883-4B17-97D1-CF59AE3D3327}" srcOrd="0" destOrd="0" presId="urn:microsoft.com/office/officeart/2018/2/layout/IconCircleList"/>
    <dgm:cxn modelId="{8F1B245D-9936-407F-9910-CB1DD2E0713B}" type="presParOf" srcId="{66E689F1-CC1E-4BEB-893E-C8124022F556}" destId="{B0A8D80B-77DA-4654-AC06-3A1F486EED2C}" srcOrd="0" destOrd="0" presId="urn:microsoft.com/office/officeart/2018/2/layout/IconCircleList"/>
    <dgm:cxn modelId="{89389AC7-E399-476A-8F6E-C18C258E452E}" type="presParOf" srcId="{B0A8D80B-77DA-4654-AC06-3A1F486EED2C}" destId="{55F2DC45-1FBF-4308-B4B1-78A1DAA58CDF}" srcOrd="0" destOrd="0" presId="urn:microsoft.com/office/officeart/2018/2/layout/IconCircleList"/>
    <dgm:cxn modelId="{ED799CEF-CEA0-40A2-B297-4EA1D76A4D27}" type="presParOf" srcId="{55F2DC45-1FBF-4308-B4B1-78A1DAA58CDF}" destId="{1B83D234-64C4-4640-9D65-E3C702654442}" srcOrd="0" destOrd="0" presId="urn:microsoft.com/office/officeart/2018/2/layout/IconCircleList"/>
    <dgm:cxn modelId="{3004B5BA-498C-47D5-B558-78B458EA39B9}" type="presParOf" srcId="{55F2DC45-1FBF-4308-B4B1-78A1DAA58CDF}" destId="{34FC09C5-FF45-49E6-BAE7-ACDFB8981705}" srcOrd="1" destOrd="0" presId="urn:microsoft.com/office/officeart/2018/2/layout/IconCircleList"/>
    <dgm:cxn modelId="{D6D1CA7F-33AE-4DF7-8FB1-7E82C7586E3F}" type="presParOf" srcId="{55F2DC45-1FBF-4308-B4B1-78A1DAA58CDF}" destId="{6C4FF698-63B8-403C-8298-E4702C375B8D}" srcOrd="2" destOrd="0" presId="urn:microsoft.com/office/officeart/2018/2/layout/IconCircleList"/>
    <dgm:cxn modelId="{7E7DBB00-A350-450B-A89C-BBBD6FA07A70}" type="presParOf" srcId="{55F2DC45-1FBF-4308-B4B1-78A1DAA58CDF}" destId="{48BD62C4-29EA-494E-924A-7F190A38CA46}" srcOrd="3" destOrd="0" presId="urn:microsoft.com/office/officeart/2018/2/layout/IconCircleList"/>
    <dgm:cxn modelId="{7E641421-B3FD-473A-8D43-97382A886BFB}" type="presParOf" srcId="{B0A8D80B-77DA-4654-AC06-3A1F486EED2C}" destId="{2F0946D8-6E71-4B22-BACB-7D15BDC37E8D}" srcOrd="1" destOrd="0" presId="urn:microsoft.com/office/officeart/2018/2/layout/IconCircleList"/>
    <dgm:cxn modelId="{FE4F2274-6D2C-4095-8DC6-3BDEA66DE5A2}" type="presParOf" srcId="{B0A8D80B-77DA-4654-AC06-3A1F486EED2C}" destId="{FFA3BE0C-B1FA-4542-BC05-5FD5CA2AFDDC}" srcOrd="2" destOrd="0" presId="urn:microsoft.com/office/officeart/2018/2/layout/IconCircleList"/>
    <dgm:cxn modelId="{803AB72A-1034-4BC4-95E2-9B7920F08F38}" type="presParOf" srcId="{FFA3BE0C-B1FA-4542-BC05-5FD5CA2AFDDC}" destId="{202E0F37-C0C1-4E72-93A4-94A715608CA8}" srcOrd="0" destOrd="0" presId="urn:microsoft.com/office/officeart/2018/2/layout/IconCircleList"/>
    <dgm:cxn modelId="{3DA24AF3-6FC6-49F0-AB34-308C49FAF5B5}" type="presParOf" srcId="{FFA3BE0C-B1FA-4542-BC05-5FD5CA2AFDDC}" destId="{016E0487-218D-4959-8BE3-6B8CF9042418}" srcOrd="1" destOrd="0" presId="urn:microsoft.com/office/officeart/2018/2/layout/IconCircleList"/>
    <dgm:cxn modelId="{D369CAB1-CCE0-4363-A512-516AC737F709}" type="presParOf" srcId="{FFA3BE0C-B1FA-4542-BC05-5FD5CA2AFDDC}" destId="{2AEEF5F0-5624-44A7-B87E-0FB26305CCE5}" srcOrd="2" destOrd="0" presId="urn:microsoft.com/office/officeart/2018/2/layout/IconCircleList"/>
    <dgm:cxn modelId="{20457A98-B940-495C-9BB8-7B5D1C4A95A0}" type="presParOf" srcId="{FFA3BE0C-B1FA-4542-BC05-5FD5CA2AFDDC}" destId="{529F9F57-FC1C-4B3B-B245-C28EF1C97FDC}" srcOrd="3" destOrd="0" presId="urn:microsoft.com/office/officeart/2018/2/layout/IconCircleList"/>
    <dgm:cxn modelId="{9A959E64-5C2C-4075-B651-F66C4951FF6A}" type="presParOf" srcId="{B0A8D80B-77DA-4654-AC06-3A1F486EED2C}" destId="{584B2609-7677-4F3A-9061-1FFB3251A424}" srcOrd="3" destOrd="0" presId="urn:microsoft.com/office/officeart/2018/2/layout/IconCircleList"/>
    <dgm:cxn modelId="{D51F4DC0-FCC2-4101-9E30-1D1777501584}" type="presParOf" srcId="{B0A8D80B-77DA-4654-AC06-3A1F486EED2C}" destId="{BC38EC63-CE9A-4AE5-9857-8D080949CF61}" srcOrd="4" destOrd="0" presId="urn:microsoft.com/office/officeart/2018/2/layout/IconCircleList"/>
    <dgm:cxn modelId="{C7F24FF7-07DE-4122-BBAC-2A84ADD95CEE}" type="presParOf" srcId="{BC38EC63-CE9A-4AE5-9857-8D080949CF61}" destId="{889E40E7-CA31-4673-B902-EDC4A87E9370}" srcOrd="0" destOrd="0" presId="urn:microsoft.com/office/officeart/2018/2/layout/IconCircleList"/>
    <dgm:cxn modelId="{73C72923-F326-46BE-8E20-2CD80D07A4CB}" type="presParOf" srcId="{BC38EC63-CE9A-4AE5-9857-8D080949CF61}" destId="{92030383-0DDB-4F15-AE73-A6FE77C86E30}" srcOrd="1" destOrd="0" presId="urn:microsoft.com/office/officeart/2018/2/layout/IconCircleList"/>
    <dgm:cxn modelId="{BD1E02DC-5C8B-40F6-94A1-3BC859A537F8}" type="presParOf" srcId="{BC38EC63-CE9A-4AE5-9857-8D080949CF61}" destId="{E18FE59A-3266-4219-92EB-254E281BA82E}" srcOrd="2" destOrd="0" presId="urn:microsoft.com/office/officeart/2018/2/layout/IconCircleList"/>
    <dgm:cxn modelId="{3EDD8E1F-0045-4AB5-AAC7-B71A20D7D9FC}" type="presParOf" srcId="{BC38EC63-CE9A-4AE5-9857-8D080949CF61}" destId="{8322B958-DA37-4C16-B34B-BB1D686FA925}" srcOrd="3" destOrd="0" presId="urn:microsoft.com/office/officeart/2018/2/layout/IconCircleList"/>
    <dgm:cxn modelId="{FCA5DA38-BB81-45DB-9F87-DB13177D332B}" type="presParOf" srcId="{B0A8D80B-77DA-4654-AC06-3A1F486EED2C}" destId="{89508E4D-2883-4B17-97D1-CF59AE3D3327}" srcOrd="5" destOrd="0" presId="urn:microsoft.com/office/officeart/2018/2/layout/IconCircleList"/>
    <dgm:cxn modelId="{34753043-16D9-434A-A91D-23359D04371A}" type="presParOf" srcId="{B0A8D80B-77DA-4654-AC06-3A1F486EED2C}" destId="{64941463-8F14-4602-B25B-38F6B0955619}" srcOrd="6" destOrd="0" presId="urn:microsoft.com/office/officeart/2018/2/layout/IconCircleList"/>
    <dgm:cxn modelId="{A16AD89F-9C33-4629-940C-F45F6B03F1BD}" type="presParOf" srcId="{64941463-8F14-4602-B25B-38F6B0955619}" destId="{6844F23D-A08D-4B40-BFC5-8D475E080304}" srcOrd="0" destOrd="0" presId="urn:microsoft.com/office/officeart/2018/2/layout/IconCircleList"/>
    <dgm:cxn modelId="{000235E2-3675-45EF-841A-B72A384ACF09}" type="presParOf" srcId="{64941463-8F14-4602-B25B-38F6B0955619}" destId="{2E36CBA3-99B3-4611-AFB0-416617500FE6}" srcOrd="1" destOrd="0" presId="urn:microsoft.com/office/officeart/2018/2/layout/IconCircleList"/>
    <dgm:cxn modelId="{E1ACC62B-C9DA-4034-944E-E0D4E0E82392}" type="presParOf" srcId="{64941463-8F14-4602-B25B-38F6B0955619}" destId="{2BD63B11-AF80-4532-BEA8-30BA113B492D}" srcOrd="2" destOrd="0" presId="urn:microsoft.com/office/officeart/2018/2/layout/IconCircleList"/>
    <dgm:cxn modelId="{E6125EE2-F5F8-439E-BE1B-F425C0E07EC0}" type="presParOf" srcId="{64941463-8F14-4602-B25B-38F6B0955619}" destId="{A4C2AC55-B459-4AA3-9662-436273D5047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3374E2-952D-40B8-8998-9958D3B809B5}" type="doc">
      <dgm:prSet loTypeId="urn:microsoft.com/office/officeart/2005/8/layout/vList2" loCatId="list" qsTypeId="urn:microsoft.com/office/officeart/2005/8/quickstyle/simple4#5" qsCatId="simple" csTypeId="urn:microsoft.com/office/officeart/2005/8/colors/colorful2#6" csCatId="colorful"/>
      <dgm:spPr/>
      <dgm:t>
        <a:bodyPr/>
        <a:lstStyle/>
        <a:p>
          <a:endParaRPr lang="en-US"/>
        </a:p>
      </dgm:t>
    </dgm:pt>
    <dgm:pt modelId="{5123A6EA-7652-438E-B24E-26D48ECB0F21}">
      <dgm:prSet/>
      <dgm:spPr/>
      <dgm:t>
        <a:bodyPr/>
        <a:lstStyle/>
        <a:p>
          <a:r>
            <a:rPr lang="en-US"/>
            <a:t>Co-Founder &amp; Executive Management – CISO Sportswear (2021–Present)</a:t>
          </a:r>
        </a:p>
      </dgm:t>
    </dgm:pt>
    <dgm:pt modelId="{5D47EA15-6CF8-468E-BC6A-60097AC29754}" type="parTrans" cxnId="{31E78D5B-74EB-4C35-8A71-E9710BE2982B}">
      <dgm:prSet/>
      <dgm:spPr/>
      <dgm:t>
        <a:bodyPr/>
        <a:lstStyle/>
        <a:p>
          <a:endParaRPr lang="en-US"/>
        </a:p>
      </dgm:t>
    </dgm:pt>
    <dgm:pt modelId="{FDE334A8-3740-4C98-87ED-4C7C8F9DEB66}" type="sibTrans" cxnId="{31E78D5B-74EB-4C35-8A71-E9710BE2982B}">
      <dgm:prSet/>
      <dgm:spPr/>
      <dgm:t>
        <a:bodyPr/>
        <a:lstStyle/>
        <a:p>
          <a:endParaRPr lang="en-US"/>
        </a:p>
      </dgm:t>
    </dgm:pt>
    <dgm:pt modelId="{DD526E40-EBDD-47B0-9C0D-1C23822C3A6D}">
      <dgm:prSet/>
      <dgm:spPr/>
      <dgm:t>
        <a:bodyPr/>
        <a:lstStyle/>
        <a:p>
          <a:r>
            <a:rPr lang="en-US"/>
            <a:t>Maintain company records and administrative documentation.</a:t>
          </a:r>
        </a:p>
      </dgm:t>
    </dgm:pt>
    <dgm:pt modelId="{E216B787-B265-45FF-A756-0B905027E313}" type="parTrans" cxnId="{54789D7C-E588-418E-9B76-0030504E0B08}">
      <dgm:prSet/>
      <dgm:spPr/>
      <dgm:t>
        <a:bodyPr/>
        <a:lstStyle/>
        <a:p>
          <a:endParaRPr lang="en-US"/>
        </a:p>
      </dgm:t>
    </dgm:pt>
    <dgm:pt modelId="{9C628484-845D-40E5-A2C7-73A7656C735B}" type="sibTrans" cxnId="{54789D7C-E588-418E-9B76-0030504E0B08}">
      <dgm:prSet/>
      <dgm:spPr/>
      <dgm:t>
        <a:bodyPr/>
        <a:lstStyle/>
        <a:p>
          <a:endParaRPr lang="en-US"/>
        </a:p>
      </dgm:t>
    </dgm:pt>
    <dgm:pt modelId="{FE59D48F-0429-4975-99CE-C60D46622B09}">
      <dgm:prSet/>
      <dgm:spPr/>
      <dgm:t>
        <a:bodyPr/>
        <a:lstStyle/>
        <a:p>
          <a:r>
            <a:rPr lang="en-US"/>
            <a:t>Prepare reports, proposals and stakeholder correspondence.</a:t>
          </a:r>
        </a:p>
      </dgm:t>
    </dgm:pt>
    <dgm:pt modelId="{30A6422B-AE24-48BE-9C1C-AFCF6588CFF2}" type="parTrans" cxnId="{667FB56F-5606-4D17-9A09-0DEF80D1B789}">
      <dgm:prSet/>
      <dgm:spPr/>
      <dgm:t>
        <a:bodyPr/>
        <a:lstStyle/>
        <a:p>
          <a:endParaRPr lang="en-US"/>
        </a:p>
      </dgm:t>
    </dgm:pt>
    <dgm:pt modelId="{FE1F29A9-F887-485C-8393-684F0E5F492F}" type="sibTrans" cxnId="{667FB56F-5606-4D17-9A09-0DEF80D1B789}">
      <dgm:prSet/>
      <dgm:spPr/>
      <dgm:t>
        <a:bodyPr/>
        <a:lstStyle/>
        <a:p>
          <a:endParaRPr lang="en-US"/>
        </a:p>
      </dgm:t>
    </dgm:pt>
    <dgm:pt modelId="{DEE30EB6-F5B3-4CE8-872D-8615B681B523}">
      <dgm:prSet/>
      <dgm:spPr/>
      <dgm:t>
        <a:bodyPr/>
        <a:lstStyle/>
        <a:p>
          <a:r>
            <a:rPr lang="en-US"/>
            <a:t>Coordinate meetings and support business administration.</a:t>
          </a:r>
        </a:p>
      </dgm:t>
    </dgm:pt>
    <dgm:pt modelId="{7C872BAF-7722-49D2-98E1-7CFFEDB22BF7}" type="parTrans" cxnId="{29C20DF7-04B2-4C59-A5FA-E745AF22CA9D}">
      <dgm:prSet/>
      <dgm:spPr/>
      <dgm:t>
        <a:bodyPr/>
        <a:lstStyle/>
        <a:p>
          <a:endParaRPr lang="en-US"/>
        </a:p>
      </dgm:t>
    </dgm:pt>
    <dgm:pt modelId="{CB3923D9-CA50-4F15-BB69-03285EA1CF00}" type="sibTrans" cxnId="{29C20DF7-04B2-4C59-A5FA-E745AF22CA9D}">
      <dgm:prSet/>
      <dgm:spPr/>
      <dgm:t>
        <a:bodyPr/>
        <a:lstStyle/>
        <a:p>
          <a:endParaRPr lang="en-US"/>
        </a:p>
      </dgm:t>
    </dgm:pt>
    <dgm:pt modelId="{390F06D6-4B6F-46B8-B94E-23088DA36D71}">
      <dgm:prSet/>
      <dgm:spPr/>
      <dgm:t>
        <a:bodyPr/>
        <a:lstStyle/>
        <a:p>
          <a:r>
            <a:rPr lang="en-US"/>
            <a:t>Secretary General – Umkhombandlela NGO (2022–Present)</a:t>
          </a:r>
        </a:p>
      </dgm:t>
    </dgm:pt>
    <dgm:pt modelId="{959352D7-BCF1-4E69-82C7-754F3806194E}" type="parTrans" cxnId="{68261D77-CD4C-4ED0-BF5B-A67EBDD5A669}">
      <dgm:prSet/>
      <dgm:spPr/>
      <dgm:t>
        <a:bodyPr/>
        <a:lstStyle/>
        <a:p>
          <a:endParaRPr lang="en-US"/>
        </a:p>
      </dgm:t>
    </dgm:pt>
    <dgm:pt modelId="{F2BF1A5B-EB9A-4591-8085-B7BD8C8117A6}" type="sibTrans" cxnId="{68261D77-CD4C-4ED0-BF5B-A67EBDD5A669}">
      <dgm:prSet/>
      <dgm:spPr/>
      <dgm:t>
        <a:bodyPr/>
        <a:lstStyle/>
        <a:p>
          <a:endParaRPr lang="en-US"/>
        </a:p>
      </dgm:t>
    </dgm:pt>
    <dgm:pt modelId="{B92AA2C3-DB4F-42F9-925C-FE211DFF4D98}">
      <dgm:prSet/>
      <dgm:spPr/>
      <dgm:t>
        <a:bodyPr/>
        <a:lstStyle/>
        <a:p>
          <a:r>
            <a:rPr lang="en-US"/>
            <a:t>Manage organisational records and filing systems; draft official letters, reports and funding proposals.</a:t>
          </a:r>
        </a:p>
      </dgm:t>
    </dgm:pt>
    <dgm:pt modelId="{20D6D9BC-928A-4C66-A533-C9799AD5C921}" type="parTrans" cxnId="{EE75AD78-7EFA-442A-ADAD-63C50440BC73}">
      <dgm:prSet/>
      <dgm:spPr/>
      <dgm:t>
        <a:bodyPr/>
        <a:lstStyle/>
        <a:p>
          <a:endParaRPr lang="en-US"/>
        </a:p>
      </dgm:t>
    </dgm:pt>
    <dgm:pt modelId="{319FFAF7-9C9A-44F4-8231-C31502A402D6}" type="sibTrans" cxnId="{EE75AD78-7EFA-442A-ADAD-63C50440BC73}">
      <dgm:prSet/>
      <dgm:spPr/>
      <dgm:t>
        <a:bodyPr/>
        <a:lstStyle/>
        <a:p>
          <a:endParaRPr lang="en-US"/>
        </a:p>
      </dgm:t>
    </dgm:pt>
    <dgm:pt modelId="{DF4AD1CA-569C-4598-97D0-BD971C2A4F4F}">
      <dgm:prSet/>
      <dgm:spPr/>
      <dgm:t>
        <a:bodyPr/>
        <a:lstStyle/>
        <a:p>
          <a:r>
            <a:rPr lang="en-US"/>
            <a:t>Coordinate meetings and maintain administrative documentation.</a:t>
          </a:r>
        </a:p>
      </dgm:t>
    </dgm:pt>
    <dgm:pt modelId="{CD8F3BF0-C5C1-4687-81D5-5D2011020090}" type="parTrans" cxnId="{695B46C0-14A7-4BB0-AECB-AC7A8345AB89}">
      <dgm:prSet/>
      <dgm:spPr/>
      <dgm:t>
        <a:bodyPr/>
        <a:lstStyle/>
        <a:p>
          <a:endParaRPr lang="en-US"/>
        </a:p>
      </dgm:t>
    </dgm:pt>
    <dgm:pt modelId="{3AC0F920-4E93-465A-8888-C05BA9A00315}" type="sibTrans" cxnId="{695B46C0-14A7-4BB0-AECB-AC7A8345AB89}">
      <dgm:prSet/>
      <dgm:spPr/>
      <dgm:t>
        <a:bodyPr/>
        <a:lstStyle/>
        <a:p>
          <a:endParaRPr lang="en-US"/>
        </a:p>
      </dgm:t>
    </dgm:pt>
    <dgm:pt modelId="{D319048C-BDD5-40F9-B404-0B56886F2847}" type="pres">
      <dgm:prSet presAssocID="{B43374E2-952D-40B8-8998-9958D3B809B5}" presName="linear" presStyleCnt="0">
        <dgm:presLayoutVars>
          <dgm:animLvl val="lvl"/>
          <dgm:resizeHandles val="exact"/>
        </dgm:presLayoutVars>
      </dgm:prSet>
      <dgm:spPr/>
    </dgm:pt>
    <dgm:pt modelId="{DC2315E2-6530-4D62-8F10-53E114A6B88A}" type="pres">
      <dgm:prSet presAssocID="{5123A6EA-7652-438E-B24E-26D48ECB0F2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237492C1-A54B-4B22-A257-565E622397D7}" type="pres">
      <dgm:prSet presAssocID="{FDE334A8-3740-4C98-87ED-4C7C8F9DEB66}" presName="spacer" presStyleCnt="0"/>
      <dgm:spPr/>
    </dgm:pt>
    <dgm:pt modelId="{B8DFB308-806A-4C32-9000-6CDE028470D2}" type="pres">
      <dgm:prSet presAssocID="{DD526E40-EBDD-47B0-9C0D-1C23822C3A6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21DD7804-7CA0-40E7-B3E0-94CE4A4F0806}" type="pres">
      <dgm:prSet presAssocID="{9C628484-845D-40E5-A2C7-73A7656C735B}" presName="spacer" presStyleCnt="0"/>
      <dgm:spPr/>
    </dgm:pt>
    <dgm:pt modelId="{54027D2E-83A3-4A52-BB48-4020D17890B4}" type="pres">
      <dgm:prSet presAssocID="{FE59D48F-0429-4975-99CE-C60D46622B0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024C4F0-6CBF-4F57-8807-1B6FF1BA2692}" type="pres">
      <dgm:prSet presAssocID="{FE1F29A9-F887-485C-8393-684F0E5F492F}" presName="spacer" presStyleCnt="0"/>
      <dgm:spPr/>
    </dgm:pt>
    <dgm:pt modelId="{25878AC4-6C8E-4B36-9692-D298DAE70AC6}" type="pres">
      <dgm:prSet presAssocID="{DEE30EB6-F5B3-4CE8-872D-8615B681B52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0B0A9FD-3848-49FE-952E-A40721CD5001}" type="pres">
      <dgm:prSet presAssocID="{CB3923D9-CA50-4F15-BB69-03285EA1CF00}" presName="spacer" presStyleCnt="0"/>
      <dgm:spPr/>
    </dgm:pt>
    <dgm:pt modelId="{47EB1927-17B2-4BFA-95A4-846397044DAE}" type="pres">
      <dgm:prSet presAssocID="{390F06D6-4B6F-46B8-B94E-23088DA36D7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CAD75E3-BBF8-44FF-96A7-9579B80543B2}" type="pres">
      <dgm:prSet presAssocID="{F2BF1A5B-EB9A-4591-8085-B7BD8C8117A6}" presName="spacer" presStyleCnt="0"/>
      <dgm:spPr/>
    </dgm:pt>
    <dgm:pt modelId="{F7F3BB88-5F66-4C73-B4C8-B2AA784DD70C}" type="pres">
      <dgm:prSet presAssocID="{B92AA2C3-DB4F-42F9-925C-FE211DFF4D9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66C6B05-9F0A-4760-88E6-F7E35FC4D666}" type="pres">
      <dgm:prSet presAssocID="{319FFAF7-9C9A-44F4-8231-C31502A402D6}" presName="spacer" presStyleCnt="0"/>
      <dgm:spPr/>
    </dgm:pt>
    <dgm:pt modelId="{47CBDE95-519A-45AC-B5FF-101BC539ED49}" type="pres">
      <dgm:prSet presAssocID="{DF4AD1CA-569C-4598-97D0-BD971C2A4F4F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E1D4570B-D701-410F-B93B-A1EAC875F98D}" type="presOf" srcId="{390F06D6-4B6F-46B8-B94E-23088DA36D71}" destId="{47EB1927-17B2-4BFA-95A4-846397044DAE}" srcOrd="0" destOrd="0" presId="urn:microsoft.com/office/officeart/2005/8/layout/vList2"/>
    <dgm:cxn modelId="{60B3FB10-C7EC-45AB-92CB-6991B431C01A}" type="presOf" srcId="{B92AA2C3-DB4F-42F9-925C-FE211DFF4D98}" destId="{F7F3BB88-5F66-4C73-B4C8-B2AA784DD70C}" srcOrd="0" destOrd="0" presId="urn:microsoft.com/office/officeart/2005/8/layout/vList2"/>
    <dgm:cxn modelId="{31E78D5B-74EB-4C35-8A71-E9710BE2982B}" srcId="{B43374E2-952D-40B8-8998-9958D3B809B5}" destId="{5123A6EA-7652-438E-B24E-26D48ECB0F21}" srcOrd="0" destOrd="0" parTransId="{5D47EA15-6CF8-468E-BC6A-60097AC29754}" sibTransId="{FDE334A8-3740-4C98-87ED-4C7C8F9DEB66}"/>
    <dgm:cxn modelId="{2334E66A-570E-4AD2-A11D-5DCE2A4D9CD2}" type="presOf" srcId="{5123A6EA-7652-438E-B24E-26D48ECB0F21}" destId="{DC2315E2-6530-4D62-8F10-53E114A6B88A}" srcOrd="0" destOrd="0" presId="urn:microsoft.com/office/officeart/2005/8/layout/vList2"/>
    <dgm:cxn modelId="{667FB56F-5606-4D17-9A09-0DEF80D1B789}" srcId="{B43374E2-952D-40B8-8998-9958D3B809B5}" destId="{FE59D48F-0429-4975-99CE-C60D46622B09}" srcOrd="2" destOrd="0" parTransId="{30A6422B-AE24-48BE-9C1C-AFCF6588CFF2}" sibTransId="{FE1F29A9-F887-485C-8393-684F0E5F492F}"/>
    <dgm:cxn modelId="{68261D77-CD4C-4ED0-BF5B-A67EBDD5A669}" srcId="{B43374E2-952D-40B8-8998-9958D3B809B5}" destId="{390F06D6-4B6F-46B8-B94E-23088DA36D71}" srcOrd="4" destOrd="0" parTransId="{959352D7-BCF1-4E69-82C7-754F3806194E}" sibTransId="{F2BF1A5B-EB9A-4591-8085-B7BD8C8117A6}"/>
    <dgm:cxn modelId="{EE75AD78-7EFA-442A-ADAD-63C50440BC73}" srcId="{B43374E2-952D-40B8-8998-9958D3B809B5}" destId="{B92AA2C3-DB4F-42F9-925C-FE211DFF4D98}" srcOrd="5" destOrd="0" parTransId="{20D6D9BC-928A-4C66-A533-C9799AD5C921}" sibTransId="{319FFAF7-9C9A-44F4-8231-C31502A402D6}"/>
    <dgm:cxn modelId="{34D71C7B-3C1C-4997-A0C5-72EAEBCBFA5A}" type="presOf" srcId="{FE59D48F-0429-4975-99CE-C60D46622B09}" destId="{54027D2E-83A3-4A52-BB48-4020D17890B4}" srcOrd="0" destOrd="0" presId="urn:microsoft.com/office/officeart/2005/8/layout/vList2"/>
    <dgm:cxn modelId="{54789D7C-E588-418E-9B76-0030504E0B08}" srcId="{B43374E2-952D-40B8-8998-9958D3B809B5}" destId="{DD526E40-EBDD-47B0-9C0D-1C23822C3A6D}" srcOrd="1" destOrd="0" parTransId="{E216B787-B265-45FF-A756-0B905027E313}" sibTransId="{9C628484-845D-40E5-A2C7-73A7656C735B}"/>
    <dgm:cxn modelId="{A5C87D89-7318-4C25-BA3E-73C1A7A63FE2}" type="presOf" srcId="{B43374E2-952D-40B8-8998-9958D3B809B5}" destId="{D319048C-BDD5-40F9-B404-0B56886F2847}" srcOrd="0" destOrd="0" presId="urn:microsoft.com/office/officeart/2005/8/layout/vList2"/>
    <dgm:cxn modelId="{0817FABB-E55F-49B9-B483-9E07D7588521}" type="presOf" srcId="{DD526E40-EBDD-47B0-9C0D-1C23822C3A6D}" destId="{B8DFB308-806A-4C32-9000-6CDE028470D2}" srcOrd="0" destOrd="0" presId="urn:microsoft.com/office/officeart/2005/8/layout/vList2"/>
    <dgm:cxn modelId="{695B46C0-14A7-4BB0-AECB-AC7A8345AB89}" srcId="{B43374E2-952D-40B8-8998-9958D3B809B5}" destId="{DF4AD1CA-569C-4598-97D0-BD971C2A4F4F}" srcOrd="6" destOrd="0" parTransId="{CD8F3BF0-C5C1-4687-81D5-5D2011020090}" sibTransId="{3AC0F920-4E93-465A-8888-C05BA9A00315}"/>
    <dgm:cxn modelId="{417F31E0-FBE4-4482-9BA5-BA91DC2E72C2}" type="presOf" srcId="{DF4AD1CA-569C-4598-97D0-BD971C2A4F4F}" destId="{47CBDE95-519A-45AC-B5FF-101BC539ED49}" srcOrd="0" destOrd="0" presId="urn:microsoft.com/office/officeart/2005/8/layout/vList2"/>
    <dgm:cxn modelId="{05A502F2-E513-4195-9AEB-452F21968F33}" type="presOf" srcId="{DEE30EB6-F5B3-4CE8-872D-8615B681B523}" destId="{25878AC4-6C8E-4B36-9692-D298DAE70AC6}" srcOrd="0" destOrd="0" presId="urn:microsoft.com/office/officeart/2005/8/layout/vList2"/>
    <dgm:cxn modelId="{29C20DF7-04B2-4C59-A5FA-E745AF22CA9D}" srcId="{B43374E2-952D-40B8-8998-9958D3B809B5}" destId="{DEE30EB6-F5B3-4CE8-872D-8615B681B523}" srcOrd="3" destOrd="0" parTransId="{7C872BAF-7722-49D2-98E1-7CFFEDB22BF7}" sibTransId="{CB3923D9-CA50-4F15-BB69-03285EA1CF00}"/>
    <dgm:cxn modelId="{27E5C752-2A5A-4FB9-9B59-0BDCA1007D83}" type="presParOf" srcId="{D319048C-BDD5-40F9-B404-0B56886F2847}" destId="{DC2315E2-6530-4D62-8F10-53E114A6B88A}" srcOrd="0" destOrd="0" presId="urn:microsoft.com/office/officeart/2005/8/layout/vList2"/>
    <dgm:cxn modelId="{29BEB867-9ABA-4550-8A5A-8458867EB960}" type="presParOf" srcId="{D319048C-BDD5-40F9-B404-0B56886F2847}" destId="{237492C1-A54B-4B22-A257-565E622397D7}" srcOrd="1" destOrd="0" presId="urn:microsoft.com/office/officeart/2005/8/layout/vList2"/>
    <dgm:cxn modelId="{21716AD0-3971-44E4-8416-611859CD208B}" type="presParOf" srcId="{D319048C-BDD5-40F9-B404-0B56886F2847}" destId="{B8DFB308-806A-4C32-9000-6CDE028470D2}" srcOrd="2" destOrd="0" presId="urn:microsoft.com/office/officeart/2005/8/layout/vList2"/>
    <dgm:cxn modelId="{F4E40AB2-EDC0-43A5-A3BD-F3F2A0C91D81}" type="presParOf" srcId="{D319048C-BDD5-40F9-B404-0B56886F2847}" destId="{21DD7804-7CA0-40E7-B3E0-94CE4A4F0806}" srcOrd="3" destOrd="0" presId="urn:microsoft.com/office/officeart/2005/8/layout/vList2"/>
    <dgm:cxn modelId="{D1CD651C-B0A8-4737-AA75-BE78D77029A6}" type="presParOf" srcId="{D319048C-BDD5-40F9-B404-0B56886F2847}" destId="{54027D2E-83A3-4A52-BB48-4020D17890B4}" srcOrd="4" destOrd="0" presId="urn:microsoft.com/office/officeart/2005/8/layout/vList2"/>
    <dgm:cxn modelId="{A98E0B07-4B80-4B41-B1E4-EA5FA741E314}" type="presParOf" srcId="{D319048C-BDD5-40F9-B404-0B56886F2847}" destId="{6024C4F0-6CBF-4F57-8807-1B6FF1BA2692}" srcOrd="5" destOrd="0" presId="urn:microsoft.com/office/officeart/2005/8/layout/vList2"/>
    <dgm:cxn modelId="{FAD19171-1FD4-4906-B60A-57808F0880DE}" type="presParOf" srcId="{D319048C-BDD5-40F9-B404-0B56886F2847}" destId="{25878AC4-6C8E-4B36-9692-D298DAE70AC6}" srcOrd="6" destOrd="0" presId="urn:microsoft.com/office/officeart/2005/8/layout/vList2"/>
    <dgm:cxn modelId="{0336AFE4-2A31-4A38-B1BC-A7EE73FF0260}" type="presParOf" srcId="{D319048C-BDD5-40F9-B404-0B56886F2847}" destId="{30B0A9FD-3848-49FE-952E-A40721CD5001}" srcOrd="7" destOrd="0" presId="urn:microsoft.com/office/officeart/2005/8/layout/vList2"/>
    <dgm:cxn modelId="{22C2FAA0-A87A-4C8B-B13B-11A0A801DBB2}" type="presParOf" srcId="{D319048C-BDD5-40F9-B404-0B56886F2847}" destId="{47EB1927-17B2-4BFA-95A4-846397044DAE}" srcOrd="8" destOrd="0" presId="urn:microsoft.com/office/officeart/2005/8/layout/vList2"/>
    <dgm:cxn modelId="{7C2C7436-E44E-47A5-972C-92D39F51B7C8}" type="presParOf" srcId="{D319048C-BDD5-40F9-B404-0B56886F2847}" destId="{ACAD75E3-BBF8-44FF-96A7-9579B80543B2}" srcOrd="9" destOrd="0" presId="urn:microsoft.com/office/officeart/2005/8/layout/vList2"/>
    <dgm:cxn modelId="{F19889F5-6F4A-4DCD-96B1-42294FBA1BBC}" type="presParOf" srcId="{D319048C-BDD5-40F9-B404-0B56886F2847}" destId="{F7F3BB88-5F66-4C73-B4C8-B2AA784DD70C}" srcOrd="10" destOrd="0" presId="urn:microsoft.com/office/officeart/2005/8/layout/vList2"/>
    <dgm:cxn modelId="{E3C98B1B-6D3E-4166-9457-D378C24A1270}" type="presParOf" srcId="{D319048C-BDD5-40F9-B404-0B56886F2847}" destId="{866C6B05-9F0A-4760-88E6-F7E35FC4D666}" srcOrd="11" destOrd="0" presId="urn:microsoft.com/office/officeart/2005/8/layout/vList2"/>
    <dgm:cxn modelId="{D702D91D-B438-4553-95F5-C69C219BC328}" type="presParOf" srcId="{D319048C-BDD5-40F9-B404-0B56886F2847}" destId="{47CBDE95-519A-45AC-B5FF-101BC539ED4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48DDFB-71FF-40D1-866C-E1FC04FEC777}" type="doc">
      <dgm:prSet loTypeId="urn:microsoft.com/office/officeart/2018/2/layout/IconCircleList" loCatId="icon" qsTypeId="urn:microsoft.com/office/officeart/2005/8/quickstyle/simple1#30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28325B4-5DCC-4675-8416-04270C9FEFF6}">
      <dgm:prSet/>
      <dgm:spPr/>
      <dgm:t>
        <a:bodyPr/>
        <a:lstStyle/>
        <a:p>
          <a:r>
            <a:rPr lang="en-US"/>
            <a:t>Ward Committee Secretary General (2023–2024)</a:t>
          </a:r>
        </a:p>
      </dgm:t>
    </dgm:pt>
    <dgm:pt modelId="{4717C3C7-96D2-4095-85C6-2450BBE4A8AA}" type="parTrans" cxnId="{B027ED75-892F-43BA-BD2C-A1233E8968CE}">
      <dgm:prSet/>
      <dgm:spPr/>
      <dgm:t>
        <a:bodyPr/>
        <a:lstStyle/>
        <a:p>
          <a:endParaRPr lang="en-US"/>
        </a:p>
      </dgm:t>
    </dgm:pt>
    <dgm:pt modelId="{CBC1D65F-925A-4678-98BB-60F7835EC9EE}" type="sibTrans" cxnId="{B027ED75-892F-43BA-BD2C-A1233E8968CE}">
      <dgm:prSet/>
      <dgm:spPr/>
      <dgm:t>
        <a:bodyPr/>
        <a:lstStyle/>
        <a:p>
          <a:endParaRPr lang="en-US"/>
        </a:p>
      </dgm:t>
    </dgm:pt>
    <dgm:pt modelId="{5A2422C3-171F-41F2-B0F8-A8A723CA21E8}">
      <dgm:prSet/>
      <dgm:spPr/>
      <dgm:t>
        <a:bodyPr/>
        <a:lstStyle/>
        <a:p>
          <a:r>
            <a:rPr lang="en-US"/>
            <a:t>Prepared meeting minutes and reports.</a:t>
          </a:r>
        </a:p>
      </dgm:t>
    </dgm:pt>
    <dgm:pt modelId="{59D4DE8C-65AE-4F0E-871D-E287316B20F8}" type="parTrans" cxnId="{8BF6A7ED-0336-493F-8C10-6E49A004CA6C}">
      <dgm:prSet/>
      <dgm:spPr/>
      <dgm:t>
        <a:bodyPr/>
        <a:lstStyle/>
        <a:p>
          <a:endParaRPr lang="en-US"/>
        </a:p>
      </dgm:t>
    </dgm:pt>
    <dgm:pt modelId="{17019A15-BCCB-4B0F-BDB7-3864254F01AA}" type="sibTrans" cxnId="{8BF6A7ED-0336-493F-8C10-6E49A004CA6C}">
      <dgm:prSet/>
      <dgm:spPr/>
      <dgm:t>
        <a:bodyPr/>
        <a:lstStyle/>
        <a:p>
          <a:endParaRPr lang="en-US"/>
        </a:p>
      </dgm:t>
    </dgm:pt>
    <dgm:pt modelId="{9294FEF3-6232-4D50-A0E2-9CF1DC3DBA8E}">
      <dgm:prSet/>
      <dgm:spPr/>
      <dgm:t>
        <a:bodyPr/>
        <a:lstStyle/>
        <a:p>
          <a:r>
            <a:rPr lang="en-US"/>
            <a:t>Managed correspondence with government departments.</a:t>
          </a:r>
        </a:p>
      </dgm:t>
    </dgm:pt>
    <dgm:pt modelId="{16A21E18-57F7-4776-ACF0-C0364FB9B45A}" type="parTrans" cxnId="{7E130B98-C73E-45C7-ADDE-E333CB963E18}">
      <dgm:prSet/>
      <dgm:spPr/>
      <dgm:t>
        <a:bodyPr/>
        <a:lstStyle/>
        <a:p>
          <a:endParaRPr lang="en-US"/>
        </a:p>
      </dgm:t>
    </dgm:pt>
    <dgm:pt modelId="{AE30C14B-FD7C-4F50-8C18-E08A5F7919EF}" type="sibTrans" cxnId="{7E130B98-C73E-45C7-ADDE-E333CB963E18}">
      <dgm:prSet/>
      <dgm:spPr/>
      <dgm:t>
        <a:bodyPr/>
        <a:lstStyle/>
        <a:p>
          <a:endParaRPr lang="en-US"/>
        </a:p>
      </dgm:t>
    </dgm:pt>
    <dgm:pt modelId="{7B397DE8-42FF-413D-8D28-124BA8832638}">
      <dgm:prSet/>
      <dgm:spPr/>
      <dgm:t>
        <a:bodyPr/>
        <a:lstStyle/>
        <a:p>
          <a:r>
            <a:rPr lang="en-US"/>
            <a:t>Maintained records and official documentation.</a:t>
          </a:r>
        </a:p>
      </dgm:t>
    </dgm:pt>
    <dgm:pt modelId="{F1D4B5AD-6A5F-4C20-92B7-3F7BE0395DA8}" type="parTrans" cxnId="{8DF2BB76-A88C-49BC-BC3B-4D6C7E27E7CF}">
      <dgm:prSet/>
      <dgm:spPr/>
      <dgm:t>
        <a:bodyPr/>
        <a:lstStyle/>
        <a:p>
          <a:endParaRPr lang="en-US"/>
        </a:p>
      </dgm:t>
    </dgm:pt>
    <dgm:pt modelId="{7998BAFC-764D-4E25-93CC-71BB0049BE17}" type="sibTrans" cxnId="{8DF2BB76-A88C-49BC-BC3B-4D6C7E27E7CF}">
      <dgm:prSet/>
      <dgm:spPr/>
      <dgm:t>
        <a:bodyPr/>
        <a:lstStyle/>
        <a:p>
          <a:endParaRPr lang="en-US"/>
        </a:p>
      </dgm:t>
    </dgm:pt>
    <dgm:pt modelId="{5C994F0C-520B-4B35-8C0E-0D9007466246}" type="pres">
      <dgm:prSet presAssocID="{8F48DDFB-71FF-40D1-866C-E1FC04FEC777}" presName="root" presStyleCnt="0">
        <dgm:presLayoutVars>
          <dgm:dir/>
          <dgm:resizeHandles val="exact"/>
        </dgm:presLayoutVars>
      </dgm:prSet>
      <dgm:spPr/>
    </dgm:pt>
    <dgm:pt modelId="{B46D3E78-A2D1-4457-BA78-C96AB7C3212F}" type="pres">
      <dgm:prSet presAssocID="{8F48DDFB-71FF-40D1-866C-E1FC04FEC777}" presName="container" presStyleCnt="0">
        <dgm:presLayoutVars>
          <dgm:dir/>
          <dgm:resizeHandles val="exact"/>
        </dgm:presLayoutVars>
      </dgm:prSet>
      <dgm:spPr/>
    </dgm:pt>
    <dgm:pt modelId="{3C3E8980-3218-4029-B68B-140D0095FE7E}" type="pres">
      <dgm:prSet presAssocID="{028325B4-5DCC-4675-8416-04270C9FEFF6}" presName="compNode" presStyleCnt="0"/>
      <dgm:spPr/>
    </dgm:pt>
    <dgm:pt modelId="{971EA112-4E65-4810-8B0F-6743FE1B3903}" type="pres">
      <dgm:prSet presAssocID="{028325B4-5DCC-4675-8416-04270C9FEFF6}" presName="iconBgRect" presStyleLbl="bgShp" presStyleIdx="0" presStyleCnt="4"/>
      <dgm:spPr/>
    </dgm:pt>
    <dgm:pt modelId="{400A94BD-44C3-4582-B7E0-07D0B943CE7D}" type="pres">
      <dgm:prSet presAssocID="{028325B4-5DCC-4675-8416-04270C9FEFF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AF38C3C6-9D87-4BCC-8247-436003025BB2}" type="pres">
      <dgm:prSet presAssocID="{028325B4-5DCC-4675-8416-04270C9FEFF6}" presName="spaceRect" presStyleCnt="0"/>
      <dgm:spPr/>
    </dgm:pt>
    <dgm:pt modelId="{BB3577A2-2B31-4332-B95F-997C15BAB7BE}" type="pres">
      <dgm:prSet presAssocID="{028325B4-5DCC-4675-8416-04270C9FEFF6}" presName="textRect" presStyleLbl="revTx" presStyleIdx="0" presStyleCnt="4">
        <dgm:presLayoutVars>
          <dgm:chMax val="1"/>
          <dgm:chPref val="1"/>
        </dgm:presLayoutVars>
      </dgm:prSet>
      <dgm:spPr/>
    </dgm:pt>
    <dgm:pt modelId="{1141A0F0-C279-4305-ACD3-83967EFC7C78}" type="pres">
      <dgm:prSet presAssocID="{CBC1D65F-925A-4678-98BB-60F7835EC9EE}" presName="sibTrans" presStyleLbl="sibTrans2D1" presStyleIdx="0" presStyleCnt="0"/>
      <dgm:spPr/>
    </dgm:pt>
    <dgm:pt modelId="{32EC9ABA-B838-4FB8-9069-95612F035B3A}" type="pres">
      <dgm:prSet presAssocID="{5A2422C3-171F-41F2-B0F8-A8A723CA21E8}" presName="compNode" presStyleCnt="0"/>
      <dgm:spPr/>
    </dgm:pt>
    <dgm:pt modelId="{FF021596-4C9A-4AD2-B25D-32FF296BC9F7}" type="pres">
      <dgm:prSet presAssocID="{5A2422C3-171F-41F2-B0F8-A8A723CA21E8}" presName="iconBgRect" presStyleLbl="bgShp" presStyleIdx="1" presStyleCnt="4"/>
      <dgm:spPr/>
    </dgm:pt>
    <dgm:pt modelId="{310167E0-66F9-4C87-B57A-19368EF3487D}" type="pres">
      <dgm:prSet presAssocID="{5A2422C3-171F-41F2-B0F8-A8A723CA21E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03305B33-192F-4AFE-B72B-BCD04708B0BC}" type="pres">
      <dgm:prSet presAssocID="{5A2422C3-171F-41F2-B0F8-A8A723CA21E8}" presName="spaceRect" presStyleCnt="0"/>
      <dgm:spPr/>
    </dgm:pt>
    <dgm:pt modelId="{404B87C6-69EF-478F-803C-A89C61DE67AC}" type="pres">
      <dgm:prSet presAssocID="{5A2422C3-171F-41F2-B0F8-A8A723CA21E8}" presName="textRect" presStyleLbl="revTx" presStyleIdx="1" presStyleCnt="4">
        <dgm:presLayoutVars>
          <dgm:chMax val="1"/>
          <dgm:chPref val="1"/>
        </dgm:presLayoutVars>
      </dgm:prSet>
      <dgm:spPr/>
    </dgm:pt>
    <dgm:pt modelId="{71CDBF2E-E93C-4DD7-8AD2-E8D4A4312A6F}" type="pres">
      <dgm:prSet presAssocID="{17019A15-BCCB-4B0F-BDB7-3864254F01AA}" presName="sibTrans" presStyleLbl="sibTrans2D1" presStyleIdx="0" presStyleCnt="0"/>
      <dgm:spPr/>
    </dgm:pt>
    <dgm:pt modelId="{F82EAFFE-7EB6-4067-A6A0-47677B0E50C8}" type="pres">
      <dgm:prSet presAssocID="{9294FEF3-6232-4D50-A0E2-9CF1DC3DBA8E}" presName="compNode" presStyleCnt="0"/>
      <dgm:spPr/>
    </dgm:pt>
    <dgm:pt modelId="{888E9D86-B457-4AEE-9189-C4DE8BDD2104}" type="pres">
      <dgm:prSet presAssocID="{9294FEF3-6232-4D50-A0E2-9CF1DC3DBA8E}" presName="iconBgRect" presStyleLbl="bgShp" presStyleIdx="2" presStyleCnt="4"/>
      <dgm:spPr/>
    </dgm:pt>
    <dgm:pt modelId="{2371E681-E68B-4142-96AC-1B9DDF317DC3}" type="pres">
      <dgm:prSet presAssocID="{9294FEF3-6232-4D50-A0E2-9CF1DC3DBA8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27880F90-3E90-4323-9B0E-4CD8ADA91A2C}" type="pres">
      <dgm:prSet presAssocID="{9294FEF3-6232-4D50-A0E2-9CF1DC3DBA8E}" presName="spaceRect" presStyleCnt="0"/>
      <dgm:spPr/>
    </dgm:pt>
    <dgm:pt modelId="{65356D65-000F-44FD-A461-3A97989B1544}" type="pres">
      <dgm:prSet presAssocID="{9294FEF3-6232-4D50-A0E2-9CF1DC3DBA8E}" presName="textRect" presStyleLbl="revTx" presStyleIdx="2" presStyleCnt="4">
        <dgm:presLayoutVars>
          <dgm:chMax val="1"/>
          <dgm:chPref val="1"/>
        </dgm:presLayoutVars>
      </dgm:prSet>
      <dgm:spPr/>
    </dgm:pt>
    <dgm:pt modelId="{79C11D14-4EFC-4CB1-84D8-F84820E12028}" type="pres">
      <dgm:prSet presAssocID="{AE30C14B-FD7C-4F50-8C18-E08A5F7919EF}" presName="sibTrans" presStyleLbl="sibTrans2D1" presStyleIdx="0" presStyleCnt="0"/>
      <dgm:spPr/>
    </dgm:pt>
    <dgm:pt modelId="{97421597-FF41-4C42-9E7B-094C0DA481F1}" type="pres">
      <dgm:prSet presAssocID="{7B397DE8-42FF-413D-8D28-124BA8832638}" presName="compNode" presStyleCnt="0"/>
      <dgm:spPr/>
    </dgm:pt>
    <dgm:pt modelId="{E60ECE73-5C60-439D-BBFC-696A0772AE4F}" type="pres">
      <dgm:prSet presAssocID="{7B397DE8-42FF-413D-8D28-124BA8832638}" presName="iconBgRect" presStyleLbl="bgShp" presStyleIdx="3" presStyleCnt="4"/>
      <dgm:spPr/>
    </dgm:pt>
    <dgm:pt modelId="{362BFB65-544C-43C0-995D-0523FE115683}" type="pres">
      <dgm:prSet presAssocID="{7B397DE8-42FF-413D-8D28-124BA883263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F69A622-23C9-4B06-8CED-A3B0B927B1CC}" type="pres">
      <dgm:prSet presAssocID="{7B397DE8-42FF-413D-8D28-124BA8832638}" presName="spaceRect" presStyleCnt="0"/>
      <dgm:spPr/>
    </dgm:pt>
    <dgm:pt modelId="{65ADC3AB-5776-4A52-AD0F-FDDF974A9D5A}" type="pres">
      <dgm:prSet presAssocID="{7B397DE8-42FF-413D-8D28-124BA883263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200771C-9ADB-4C53-81F3-5FD808633272}" type="presOf" srcId="{7B397DE8-42FF-413D-8D28-124BA8832638}" destId="{65ADC3AB-5776-4A52-AD0F-FDDF974A9D5A}" srcOrd="0" destOrd="0" presId="urn:microsoft.com/office/officeart/2018/2/layout/IconCircleList"/>
    <dgm:cxn modelId="{1BF6C941-1DD1-4E19-B52E-508BDE74F423}" type="presOf" srcId="{8F48DDFB-71FF-40D1-866C-E1FC04FEC777}" destId="{5C994F0C-520B-4B35-8C0E-0D9007466246}" srcOrd="0" destOrd="0" presId="urn:microsoft.com/office/officeart/2018/2/layout/IconCircleList"/>
    <dgm:cxn modelId="{CB63944A-8FB6-4687-A370-19752B50BEF7}" type="presOf" srcId="{9294FEF3-6232-4D50-A0E2-9CF1DC3DBA8E}" destId="{65356D65-000F-44FD-A461-3A97989B1544}" srcOrd="0" destOrd="0" presId="urn:microsoft.com/office/officeart/2018/2/layout/IconCircleList"/>
    <dgm:cxn modelId="{FE66F051-4788-44A5-9439-E66B3E057E14}" type="presOf" srcId="{CBC1D65F-925A-4678-98BB-60F7835EC9EE}" destId="{1141A0F0-C279-4305-ACD3-83967EFC7C78}" srcOrd="0" destOrd="0" presId="urn:microsoft.com/office/officeart/2018/2/layout/IconCircleList"/>
    <dgm:cxn modelId="{96559475-D4D6-4493-AA46-CE4A132432FE}" type="presOf" srcId="{5A2422C3-171F-41F2-B0F8-A8A723CA21E8}" destId="{404B87C6-69EF-478F-803C-A89C61DE67AC}" srcOrd="0" destOrd="0" presId="urn:microsoft.com/office/officeart/2018/2/layout/IconCircleList"/>
    <dgm:cxn modelId="{B027ED75-892F-43BA-BD2C-A1233E8968CE}" srcId="{8F48DDFB-71FF-40D1-866C-E1FC04FEC777}" destId="{028325B4-5DCC-4675-8416-04270C9FEFF6}" srcOrd="0" destOrd="0" parTransId="{4717C3C7-96D2-4095-85C6-2450BBE4A8AA}" sibTransId="{CBC1D65F-925A-4678-98BB-60F7835EC9EE}"/>
    <dgm:cxn modelId="{8DF2BB76-A88C-49BC-BC3B-4D6C7E27E7CF}" srcId="{8F48DDFB-71FF-40D1-866C-E1FC04FEC777}" destId="{7B397DE8-42FF-413D-8D28-124BA8832638}" srcOrd="3" destOrd="0" parTransId="{F1D4B5AD-6A5F-4C20-92B7-3F7BE0395DA8}" sibTransId="{7998BAFC-764D-4E25-93CC-71BB0049BE17}"/>
    <dgm:cxn modelId="{5B14195A-6ABA-451F-BF00-17F380DBE9AE}" type="presOf" srcId="{028325B4-5DCC-4675-8416-04270C9FEFF6}" destId="{BB3577A2-2B31-4332-B95F-997C15BAB7BE}" srcOrd="0" destOrd="0" presId="urn:microsoft.com/office/officeart/2018/2/layout/IconCircleList"/>
    <dgm:cxn modelId="{7E130B98-C73E-45C7-ADDE-E333CB963E18}" srcId="{8F48DDFB-71FF-40D1-866C-E1FC04FEC777}" destId="{9294FEF3-6232-4D50-A0E2-9CF1DC3DBA8E}" srcOrd="2" destOrd="0" parTransId="{16A21E18-57F7-4776-ACF0-C0364FB9B45A}" sibTransId="{AE30C14B-FD7C-4F50-8C18-E08A5F7919EF}"/>
    <dgm:cxn modelId="{B4E650A3-D1FA-404E-95AA-6063569027B7}" type="presOf" srcId="{17019A15-BCCB-4B0F-BDB7-3864254F01AA}" destId="{71CDBF2E-E93C-4DD7-8AD2-E8D4A4312A6F}" srcOrd="0" destOrd="0" presId="urn:microsoft.com/office/officeart/2018/2/layout/IconCircleList"/>
    <dgm:cxn modelId="{340F25BA-C921-4ADF-BA51-D84C4C4D8208}" type="presOf" srcId="{AE30C14B-FD7C-4F50-8C18-E08A5F7919EF}" destId="{79C11D14-4EFC-4CB1-84D8-F84820E12028}" srcOrd="0" destOrd="0" presId="urn:microsoft.com/office/officeart/2018/2/layout/IconCircleList"/>
    <dgm:cxn modelId="{8BF6A7ED-0336-493F-8C10-6E49A004CA6C}" srcId="{8F48DDFB-71FF-40D1-866C-E1FC04FEC777}" destId="{5A2422C3-171F-41F2-B0F8-A8A723CA21E8}" srcOrd="1" destOrd="0" parTransId="{59D4DE8C-65AE-4F0E-871D-E287316B20F8}" sibTransId="{17019A15-BCCB-4B0F-BDB7-3864254F01AA}"/>
    <dgm:cxn modelId="{AA039AD8-9638-4C97-8601-9523EC02BB6D}" type="presParOf" srcId="{5C994F0C-520B-4B35-8C0E-0D9007466246}" destId="{B46D3E78-A2D1-4457-BA78-C96AB7C3212F}" srcOrd="0" destOrd="0" presId="urn:microsoft.com/office/officeart/2018/2/layout/IconCircleList"/>
    <dgm:cxn modelId="{2FF3CB4C-5200-46D3-9F3B-C7A351CEB756}" type="presParOf" srcId="{B46D3E78-A2D1-4457-BA78-C96AB7C3212F}" destId="{3C3E8980-3218-4029-B68B-140D0095FE7E}" srcOrd="0" destOrd="0" presId="urn:microsoft.com/office/officeart/2018/2/layout/IconCircleList"/>
    <dgm:cxn modelId="{8D7C1643-5F0F-4296-862D-0D310AFDD44A}" type="presParOf" srcId="{3C3E8980-3218-4029-B68B-140D0095FE7E}" destId="{971EA112-4E65-4810-8B0F-6743FE1B3903}" srcOrd="0" destOrd="0" presId="urn:microsoft.com/office/officeart/2018/2/layout/IconCircleList"/>
    <dgm:cxn modelId="{A0AC5FE8-4EEE-4960-94E8-6F9320EEDBED}" type="presParOf" srcId="{3C3E8980-3218-4029-B68B-140D0095FE7E}" destId="{400A94BD-44C3-4582-B7E0-07D0B943CE7D}" srcOrd="1" destOrd="0" presId="urn:microsoft.com/office/officeart/2018/2/layout/IconCircleList"/>
    <dgm:cxn modelId="{D8610C45-6002-467A-BA07-D229FC8EC71D}" type="presParOf" srcId="{3C3E8980-3218-4029-B68B-140D0095FE7E}" destId="{AF38C3C6-9D87-4BCC-8247-436003025BB2}" srcOrd="2" destOrd="0" presId="urn:microsoft.com/office/officeart/2018/2/layout/IconCircleList"/>
    <dgm:cxn modelId="{F4A4379B-5C28-445C-8B03-042F4BC58225}" type="presParOf" srcId="{3C3E8980-3218-4029-B68B-140D0095FE7E}" destId="{BB3577A2-2B31-4332-B95F-997C15BAB7BE}" srcOrd="3" destOrd="0" presId="urn:microsoft.com/office/officeart/2018/2/layout/IconCircleList"/>
    <dgm:cxn modelId="{A854021B-1B7C-4098-AF5D-D7C8131AECC9}" type="presParOf" srcId="{B46D3E78-A2D1-4457-BA78-C96AB7C3212F}" destId="{1141A0F0-C279-4305-ACD3-83967EFC7C78}" srcOrd="1" destOrd="0" presId="urn:microsoft.com/office/officeart/2018/2/layout/IconCircleList"/>
    <dgm:cxn modelId="{2932318E-34A2-4B8D-AC8D-653CF0ECC60A}" type="presParOf" srcId="{B46D3E78-A2D1-4457-BA78-C96AB7C3212F}" destId="{32EC9ABA-B838-4FB8-9069-95612F035B3A}" srcOrd="2" destOrd="0" presId="urn:microsoft.com/office/officeart/2018/2/layout/IconCircleList"/>
    <dgm:cxn modelId="{FB1F1156-00E5-4534-8E67-8F033AB0D3BA}" type="presParOf" srcId="{32EC9ABA-B838-4FB8-9069-95612F035B3A}" destId="{FF021596-4C9A-4AD2-B25D-32FF296BC9F7}" srcOrd="0" destOrd="0" presId="urn:microsoft.com/office/officeart/2018/2/layout/IconCircleList"/>
    <dgm:cxn modelId="{43B311EC-D080-4C26-8A10-3CBB70670772}" type="presParOf" srcId="{32EC9ABA-B838-4FB8-9069-95612F035B3A}" destId="{310167E0-66F9-4C87-B57A-19368EF3487D}" srcOrd="1" destOrd="0" presId="urn:microsoft.com/office/officeart/2018/2/layout/IconCircleList"/>
    <dgm:cxn modelId="{A8BE5F13-E6F5-485B-AF0B-B31E15C24D83}" type="presParOf" srcId="{32EC9ABA-B838-4FB8-9069-95612F035B3A}" destId="{03305B33-192F-4AFE-B72B-BCD04708B0BC}" srcOrd="2" destOrd="0" presId="urn:microsoft.com/office/officeart/2018/2/layout/IconCircleList"/>
    <dgm:cxn modelId="{86180DBF-8208-45E3-B393-05243E413E4F}" type="presParOf" srcId="{32EC9ABA-B838-4FB8-9069-95612F035B3A}" destId="{404B87C6-69EF-478F-803C-A89C61DE67AC}" srcOrd="3" destOrd="0" presId="urn:microsoft.com/office/officeart/2018/2/layout/IconCircleList"/>
    <dgm:cxn modelId="{E0147D53-9715-4887-93CC-8B4553066B74}" type="presParOf" srcId="{B46D3E78-A2D1-4457-BA78-C96AB7C3212F}" destId="{71CDBF2E-E93C-4DD7-8AD2-E8D4A4312A6F}" srcOrd="3" destOrd="0" presId="urn:microsoft.com/office/officeart/2018/2/layout/IconCircleList"/>
    <dgm:cxn modelId="{D2E9F979-9CB9-449E-9E52-D75B05A7248F}" type="presParOf" srcId="{B46D3E78-A2D1-4457-BA78-C96AB7C3212F}" destId="{F82EAFFE-7EB6-4067-A6A0-47677B0E50C8}" srcOrd="4" destOrd="0" presId="urn:microsoft.com/office/officeart/2018/2/layout/IconCircleList"/>
    <dgm:cxn modelId="{92D33C34-156A-4E0A-BB84-897F14D47702}" type="presParOf" srcId="{F82EAFFE-7EB6-4067-A6A0-47677B0E50C8}" destId="{888E9D86-B457-4AEE-9189-C4DE8BDD2104}" srcOrd="0" destOrd="0" presId="urn:microsoft.com/office/officeart/2018/2/layout/IconCircleList"/>
    <dgm:cxn modelId="{23D6E3DE-7CC6-4822-B9D8-4527E5767C76}" type="presParOf" srcId="{F82EAFFE-7EB6-4067-A6A0-47677B0E50C8}" destId="{2371E681-E68B-4142-96AC-1B9DDF317DC3}" srcOrd="1" destOrd="0" presId="urn:microsoft.com/office/officeart/2018/2/layout/IconCircleList"/>
    <dgm:cxn modelId="{F4D77C25-89FD-4C5E-9B87-702214AB2A51}" type="presParOf" srcId="{F82EAFFE-7EB6-4067-A6A0-47677B0E50C8}" destId="{27880F90-3E90-4323-9B0E-4CD8ADA91A2C}" srcOrd="2" destOrd="0" presId="urn:microsoft.com/office/officeart/2018/2/layout/IconCircleList"/>
    <dgm:cxn modelId="{B885F431-8653-4F43-A75D-9BB0E574FF46}" type="presParOf" srcId="{F82EAFFE-7EB6-4067-A6A0-47677B0E50C8}" destId="{65356D65-000F-44FD-A461-3A97989B1544}" srcOrd="3" destOrd="0" presId="urn:microsoft.com/office/officeart/2018/2/layout/IconCircleList"/>
    <dgm:cxn modelId="{DAE1EE8D-10E1-4ACB-95AB-5582C541B5CD}" type="presParOf" srcId="{B46D3E78-A2D1-4457-BA78-C96AB7C3212F}" destId="{79C11D14-4EFC-4CB1-84D8-F84820E12028}" srcOrd="5" destOrd="0" presId="urn:microsoft.com/office/officeart/2018/2/layout/IconCircleList"/>
    <dgm:cxn modelId="{CFEC78AB-08EA-434C-B649-A0134DAF8F55}" type="presParOf" srcId="{B46D3E78-A2D1-4457-BA78-C96AB7C3212F}" destId="{97421597-FF41-4C42-9E7B-094C0DA481F1}" srcOrd="6" destOrd="0" presId="urn:microsoft.com/office/officeart/2018/2/layout/IconCircleList"/>
    <dgm:cxn modelId="{35E55875-FFC1-4F7E-B017-82AB87AD88B5}" type="presParOf" srcId="{97421597-FF41-4C42-9E7B-094C0DA481F1}" destId="{E60ECE73-5C60-439D-BBFC-696A0772AE4F}" srcOrd="0" destOrd="0" presId="urn:microsoft.com/office/officeart/2018/2/layout/IconCircleList"/>
    <dgm:cxn modelId="{B6B5DBA8-0A24-4F75-B1B8-CF31260C19F7}" type="presParOf" srcId="{97421597-FF41-4C42-9E7B-094C0DA481F1}" destId="{362BFB65-544C-43C0-995D-0523FE115683}" srcOrd="1" destOrd="0" presId="urn:microsoft.com/office/officeart/2018/2/layout/IconCircleList"/>
    <dgm:cxn modelId="{B1A4DB3B-4E8A-4839-8BBE-329FEAAAE326}" type="presParOf" srcId="{97421597-FF41-4C42-9E7B-094C0DA481F1}" destId="{4F69A622-23C9-4B06-8CED-A3B0B927B1CC}" srcOrd="2" destOrd="0" presId="urn:microsoft.com/office/officeart/2018/2/layout/IconCircleList"/>
    <dgm:cxn modelId="{5D54F2EF-C245-46D8-805E-EACA26D764E8}" type="presParOf" srcId="{97421597-FF41-4C42-9E7B-094C0DA481F1}" destId="{65ADC3AB-5776-4A52-AD0F-FDDF974A9D5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3D234-64C4-4640-9D65-E3C702654442}">
      <dsp:nvSpPr>
        <dsp:cNvPr id="0" name=""/>
        <dsp:cNvSpPr/>
      </dsp:nvSpPr>
      <dsp:spPr>
        <a:xfrm>
          <a:off x="6409" y="67936"/>
          <a:ext cx="1458532" cy="14585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FC09C5-FF45-49E6-BAE7-ACDFB8981705}">
      <dsp:nvSpPr>
        <dsp:cNvPr id="0" name=""/>
        <dsp:cNvSpPr/>
      </dsp:nvSpPr>
      <dsp:spPr>
        <a:xfrm>
          <a:off x="312701" y="374227"/>
          <a:ext cx="845948" cy="8459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D62C4-29EA-494E-924A-7F190A38CA46}">
      <dsp:nvSpPr>
        <dsp:cNvPr id="0" name=""/>
        <dsp:cNvSpPr/>
      </dsp:nvSpPr>
      <dsp:spPr>
        <a:xfrm>
          <a:off x="1777484" y="67936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Administration professional with experience in government administration, records administration and document management.</a:t>
          </a:r>
        </a:p>
      </dsp:txBody>
      <dsp:txXfrm>
        <a:off x="1777484" y="67936"/>
        <a:ext cx="3437969" cy="1458532"/>
      </dsp:txXfrm>
    </dsp:sp>
    <dsp:sp modelId="{202E0F37-C0C1-4E72-93A4-94A715608CA8}">
      <dsp:nvSpPr>
        <dsp:cNvPr id="0" name=""/>
        <dsp:cNvSpPr/>
      </dsp:nvSpPr>
      <dsp:spPr>
        <a:xfrm>
          <a:off x="5814495" y="67936"/>
          <a:ext cx="1458532" cy="145853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E0487-218D-4959-8BE3-6B8CF9042418}">
      <dsp:nvSpPr>
        <dsp:cNvPr id="0" name=""/>
        <dsp:cNvSpPr/>
      </dsp:nvSpPr>
      <dsp:spPr>
        <a:xfrm>
          <a:off x="6120786" y="374227"/>
          <a:ext cx="845948" cy="8459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F9F57-FC1C-4B3B-B245-C28EF1C97FDC}">
      <dsp:nvSpPr>
        <dsp:cNvPr id="0" name=""/>
        <dsp:cNvSpPr/>
      </dsp:nvSpPr>
      <dsp:spPr>
        <a:xfrm>
          <a:off x="7585570" y="67936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Experienced in correspondence handling, report writing, policy implementation, stakeholder liaison and office coordination.</a:t>
          </a:r>
        </a:p>
      </dsp:txBody>
      <dsp:txXfrm>
        <a:off x="7585570" y="67936"/>
        <a:ext cx="3437969" cy="1458532"/>
      </dsp:txXfrm>
    </dsp:sp>
    <dsp:sp modelId="{889E40E7-CA31-4673-B902-EDC4A87E9370}">
      <dsp:nvSpPr>
        <dsp:cNvPr id="0" name=""/>
        <dsp:cNvSpPr/>
      </dsp:nvSpPr>
      <dsp:spPr>
        <a:xfrm>
          <a:off x="6409" y="2151769"/>
          <a:ext cx="1458532" cy="145853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30383-0DDB-4F15-AE73-A6FE77C86E30}">
      <dsp:nvSpPr>
        <dsp:cNvPr id="0" name=""/>
        <dsp:cNvSpPr/>
      </dsp:nvSpPr>
      <dsp:spPr>
        <a:xfrm>
          <a:off x="312701" y="2458061"/>
          <a:ext cx="845948" cy="8459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2B958-DA37-4C16-B34B-BB1D686FA925}">
      <dsp:nvSpPr>
        <dsp:cNvPr id="0" name=""/>
        <dsp:cNvSpPr/>
      </dsp:nvSpPr>
      <dsp:spPr>
        <a:xfrm>
          <a:off x="1777484" y="2151769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Skilled in maintaining official documentation, preparing reports, managing administrative processes and coordinating meetings.</a:t>
          </a:r>
        </a:p>
      </dsp:txBody>
      <dsp:txXfrm>
        <a:off x="1777484" y="2151769"/>
        <a:ext cx="3437969" cy="1458532"/>
      </dsp:txXfrm>
    </dsp:sp>
    <dsp:sp modelId="{6844F23D-A08D-4B40-BFC5-8D475E080304}">
      <dsp:nvSpPr>
        <dsp:cNvPr id="0" name=""/>
        <dsp:cNvSpPr/>
      </dsp:nvSpPr>
      <dsp:spPr>
        <a:xfrm>
          <a:off x="5814495" y="2151769"/>
          <a:ext cx="1458532" cy="145853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36CBA3-99B3-4611-AFB0-416617500FE6}">
      <dsp:nvSpPr>
        <dsp:cNvPr id="0" name=""/>
        <dsp:cNvSpPr/>
      </dsp:nvSpPr>
      <dsp:spPr>
        <a:xfrm>
          <a:off x="6120786" y="2458061"/>
          <a:ext cx="845948" cy="8459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C2AC55-B459-4AA3-9662-436273D50476}">
      <dsp:nvSpPr>
        <dsp:cNvPr id="0" name=""/>
        <dsp:cNvSpPr/>
      </dsp:nvSpPr>
      <dsp:spPr>
        <a:xfrm>
          <a:off x="7585570" y="2151769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Knowledge of PFMA, MFMA, PAIA and POPIA; proficient in Microsoft Office.</a:t>
          </a:r>
        </a:p>
      </dsp:txBody>
      <dsp:txXfrm>
        <a:off x="7585570" y="2151769"/>
        <a:ext cx="3437969" cy="1458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315E2-6530-4D62-8F10-53E114A6B88A}">
      <dsp:nvSpPr>
        <dsp:cNvPr id="0" name=""/>
        <dsp:cNvSpPr/>
      </dsp:nvSpPr>
      <dsp:spPr>
        <a:xfrm>
          <a:off x="0" y="86925"/>
          <a:ext cx="7012370" cy="608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Co-Founder &amp; Executive Management – CISO Sportswear (2021–Present)</a:t>
          </a:r>
        </a:p>
      </dsp:txBody>
      <dsp:txXfrm>
        <a:off x="29700" y="116625"/>
        <a:ext cx="6952970" cy="549000"/>
      </dsp:txXfrm>
    </dsp:sp>
    <dsp:sp modelId="{B8DFB308-806A-4C32-9000-6CDE028470D2}">
      <dsp:nvSpPr>
        <dsp:cNvPr id="0" name=""/>
        <dsp:cNvSpPr/>
      </dsp:nvSpPr>
      <dsp:spPr>
        <a:xfrm>
          <a:off x="0" y="741405"/>
          <a:ext cx="7012370" cy="608400"/>
        </a:xfrm>
        <a:prstGeom prst="roundRect">
          <a:avLst/>
        </a:prstGeom>
        <a:gradFill rotWithShape="0">
          <a:gsLst>
            <a:gs pos="0">
              <a:schemeClr val="accent2">
                <a:hueOff val="198622"/>
                <a:satOff val="1152"/>
                <a:lumOff val="1144"/>
                <a:alphaOff val="0"/>
                <a:tint val="98000"/>
                <a:lumMod val="110000"/>
              </a:schemeClr>
            </a:gs>
            <a:gs pos="84000">
              <a:schemeClr val="accent2">
                <a:hueOff val="198622"/>
                <a:satOff val="1152"/>
                <a:lumOff val="1144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Maintain company records and administrative documentation.</a:t>
          </a:r>
        </a:p>
      </dsp:txBody>
      <dsp:txXfrm>
        <a:off x="29700" y="771105"/>
        <a:ext cx="6952970" cy="549000"/>
      </dsp:txXfrm>
    </dsp:sp>
    <dsp:sp modelId="{54027D2E-83A3-4A52-BB48-4020D17890B4}">
      <dsp:nvSpPr>
        <dsp:cNvPr id="0" name=""/>
        <dsp:cNvSpPr/>
      </dsp:nvSpPr>
      <dsp:spPr>
        <a:xfrm>
          <a:off x="0" y="1395885"/>
          <a:ext cx="7012370" cy="608400"/>
        </a:xfrm>
        <a:prstGeom prst="roundRect">
          <a:avLst/>
        </a:prstGeom>
        <a:gradFill rotWithShape="0">
          <a:gsLst>
            <a:gs pos="0">
              <a:schemeClr val="accent2">
                <a:hueOff val="397245"/>
                <a:satOff val="2304"/>
                <a:lumOff val="2288"/>
                <a:alphaOff val="0"/>
                <a:tint val="98000"/>
                <a:lumMod val="110000"/>
              </a:schemeClr>
            </a:gs>
            <a:gs pos="84000">
              <a:schemeClr val="accent2">
                <a:hueOff val="397245"/>
                <a:satOff val="2304"/>
                <a:lumOff val="2288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Prepare reports, proposals and stakeholder correspondence.</a:t>
          </a:r>
        </a:p>
      </dsp:txBody>
      <dsp:txXfrm>
        <a:off x="29700" y="1425585"/>
        <a:ext cx="6952970" cy="549000"/>
      </dsp:txXfrm>
    </dsp:sp>
    <dsp:sp modelId="{25878AC4-6C8E-4B36-9692-D298DAE70AC6}">
      <dsp:nvSpPr>
        <dsp:cNvPr id="0" name=""/>
        <dsp:cNvSpPr/>
      </dsp:nvSpPr>
      <dsp:spPr>
        <a:xfrm>
          <a:off x="0" y="2050365"/>
          <a:ext cx="7012370" cy="608400"/>
        </a:xfrm>
        <a:prstGeom prst="roundRect">
          <a:avLst/>
        </a:prstGeom>
        <a:gradFill rotWithShape="0">
          <a:gsLst>
            <a:gs pos="0">
              <a:schemeClr val="accent2">
                <a:hueOff val="595867"/>
                <a:satOff val="3457"/>
                <a:lumOff val="3432"/>
                <a:alphaOff val="0"/>
                <a:tint val="98000"/>
                <a:lumMod val="110000"/>
              </a:schemeClr>
            </a:gs>
            <a:gs pos="84000">
              <a:schemeClr val="accent2">
                <a:hueOff val="595867"/>
                <a:satOff val="3457"/>
                <a:lumOff val="3432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Coordinate meetings and support business administration.</a:t>
          </a:r>
        </a:p>
      </dsp:txBody>
      <dsp:txXfrm>
        <a:off x="29700" y="2080065"/>
        <a:ext cx="6952970" cy="549000"/>
      </dsp:txXfrm>
    </dsp:sp>
    <dsp:sp modelId="{47EB1927-17B2-4BFA-95A4-846397044DAE}">
      <dsp:nvSpPr>
        <dsp:cNvPr id="0" name=""/>
        <dsp:cNvSpPr/>
      </dsp:nvSpPr>
      <dsp:spPr>
        <a:xfrm>
          <a:off x="0" y="2704845"/>
          <a:ext cx="7012370" cy="608400"/>
        </a:xfrm>
        <a:prstGeom prst="roundRect">
          <a:avLst/>
        </a:prstGeom>
        <a:gradFill rotWithShape="0">
          <a:gsLst>
            <a:gs pos="0">
              <a:schemeClr val="accent2">
                <a:hueOff val="794490"/>
                <a:satOff val="4609"/>
                <a:lumOff val="4576"/>
                <a:alphaOff val="0"/>
                <a:tint val="98000"/>
                <a:lumMod val="110000"/>
              </a:schemeClr>
            </a:gs>
            <a:gs pos="84000">
              <a:schemeClr val="accent2">
                <a:hueOff val="794490"/>
                <a:satOff val="4609"/>
                <a:lumOff val="457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Secretary General – Umkhombandlela NGO (2022–Present)</a:t>
          </a:r>
        </a:p>
      </dsp:txBody>
      <dsp:txXfrm>
        <a:off x="29700" y="2734545"/>
        <a:ext cx="6952970" cy="549000"/>
      </dsp:txXfrm>
    </dsp:sp>
    <dsp:sp modelId="{F7F3BB88-5F66-4C73-B4C8-B2AA784DD70C}">
      <dsp:nvSpPr>
        <dsp:cNvPr id="0" name=""/>
        <dsp:cNvSpPr/>
      </dsp:nvSpPr>
      <dsp:spPr>
        <a:xfrm>
          <a:off x="0" y="3359325"/>
          <a:ext cx="7012370" cy="608400"/>
        </a:xfrm>
        <a:prstGeom prst="roundRect">
          <a:avLst/>
        </a:prstGeom>
        <a:gradFill rotWithShape="0">
          <a:gsLst>
            <a:gs pos="0">
              <a:schemeClr val="accent2">
                <a:hueOff val="993112"/>
                <a:satOff val="5761"/>
                <a:lumOff val="5720"/>
                <a:alphaOff val="0"/>
                <a:tint val="98000"/>
                <a:lumMod val="110000"/>
              </a:schemeClr>
            </a:gs>
            <a:gs pos="84000">
              <a:schemeClr val="accent2">
                <a:hueOff val="993112"/>
                <a:satOff val="5761"/>
                <a:lumOff val="572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Manage organisational records and filing systems; draft official letters, reports and funding proposals.</a:t>
          </a:r>
        </a:p>
      </dsp:txBody>
      <dsp:txXfrm>
        <a:off x="29700" y="3389025"/>
        <a:ext cx="6952970" cy="549000"/>
      </dsp:txXfrm>
    </dsp:sp>
    <dsp:sp modelId="{47CBDE95-519A-45AC-B5FF-101BC539ED49}">
      <dsp:nvSpPr>
        <dsp:cNvPr id="0" name=""/>
        <dsp:cNvSpPr/>
      </dsp:nvSpPr>
      <dsp:spPr>
        <a:xfrm>
          <a:off x="0" y="4013805"/>
          <a:ext cx="7012370" cy="608400"/>
        </a:xfrm>
        <a:prstGeom prst="roundRect">
          <a:avLst/>
        </a:prstGeom>
        <a:gradFill rotWithShape="0">
          <a:gsLst>
            <a:gs pos="0">
              <a:schemeClr val="accent2">
                <a:hueOff val="1191735"/>
                <a:satOff val="6913"/>
                <a:lumOff val="6864"/>
                <a:alphaOff val="0"/>
                <a:tint val="98000"/>
                <a:lumMod val="110000"/>
              </a:schemeClr>
            </a:gs>
            <a:gs pos="84000">
              <a:schemeClr val="accent2">
                <a:hueOff val="1191735"/>
                <a:satOff val="6913"/>
                <a:lumOff val="6864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Coordinate meetings and maintain administrative documentation.</a:t>
          </a:r>
        </a:p>
      </dsp:txBody>
      <dsp:txXfrm>
        <a:off x="29700" y="4043505"/>
        <a:ext cx="6952970" cy="549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EA112-4E65-4810-8B0F-6743FE1B3903}">
      <dsp:nvSpPr>
        <dsp:cNvPr id="0" name=""/>
        <dsp:cNvSpPr/>
      </dsp:nvSpPr>
      <dsp:spPr>
        <a:xfrm>
          <a:off x="6409" y="67936"/>
          <a:ext cx="1458532" cy="14585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0A94BD-44C3-4582-B7E0-07D0B943CE7D}">
      <dsp:nvSpPr>
        <dsp:cNvPr id="0" name=""/>
        <dsp:cNvSpPr/>
      </dsp:nvSpPr>
      <dsp:spPr>
        <a:xfrm>
          <a:off x="312701" y="374227"/>
          <a:ext cx="845948" cy="8459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577A2-2B31-4332-B95F-997C15BAB7BE}">
      <dsp:nvSpPr>
        <dsp:cNvPr id="0" name=""/>
        <dsp:cNvSpPr/>
      </dsp:nvSpPr>
      <dsp:spPr>
        <a:xfrm>
          <a:off x="1777484" y="67936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Ward Committee Secretary General (2023–2024)</a:t>
          </a:r>
        </a:p>
      </dsp:txBody>
      <dsp:txXfrm>
        <a:off x="1777484" y="67936"/>
        <a:ext cx="3437969" cy="1458532"/>
      </dsp:txXfrm>
    </dsp:sp>
    <dsp:sp modelId="{FF021596-4C9A-4AD2-B25D-32FF296BC9F7}">
      <dsp:nvSpPr>
        <dsp:cNvPr id="0" name=""/>
        <dsp:cNvSpPr/>
      </dsp:nvSpPr>
      <dsp:spPr>
        <a:xfrm>
          <a:off x="5814495" y="67936"/>
          <a:ext cx="1458532" cy="145853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0167E0-66F9-4C87-B57A-19368EF3487D}">
      <dsp:nvSpPr>
        <dsp:cNvPr id="0" name=""/>
        <dsp:cNvSpPr/>
      </dsp:nvSpPr>
      <dsp:spPr>
        <a:xfrm>
          <a:off x="6120786" y="374227"/>
          <a:ext cx="845948" cy="8459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B87C6-69EF-478F-803C-A89C61DE67AC}">
      <dsp:nvSpPr>
        <dsp:cNvPr id="0" name=""/>
        <dsp:cNvSpPr/>
      </dsp:nvSpPr>
      <dsp:spPr>
        <a:xfrm>
          <a:off x="7585570" y="67936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Prepared meeting minutes and reports.</a:t>
          </a:r>
        </a:p>
      </dsp:txBody>
      <dsp:txXfrm>
        <a:off x="7585570" y="67936"/>
        <a:ext cx="3437969" cy="1458532"/>
      </dsp:txXfrm>
    </dsp:sp>
    <dsp:sp modelId="{888E9D86-B457-4AEE-9189-C4DE8BDD2104}">
      <dsp:nvSpPr>
        <dsp:cNvPr id="0" name=""/>
        <dsp:cNvSpPr/>
      </dsp:nvSpPr>
      <dsp:spPr>
        <a:xfrm>
          <a:off x="6409" y="2151769"/>
          <a:ext cx="1458532" cy="145853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1E681-E68B-4142-96AC-1B9DDF317DC3}">
      <dsp:nvSpPr>
        <dsp:cNvPr id="0" name=""/>
        <dsp:cNvSpPr/>
      </dsp:nvSpPr>
      <dsp:spPr>
        <a:xfrm>
          <a:off x="312701" y="2458061"/>
          <a:ext cx="845948" cy="8459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56D65-000F-44FD-A461-3A97989B1544}">
      <dsp:nvSpPr>
        <dsp:cNvPr id="0" name=""/>
        <dsp:cNvSpPr/>
      </dsp:nvSpPr>
      <dsp:spPr>
        <a:xfrm>
          <a:off x="1777484" y="2151769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Managed correspondence with government departments.</a:t>
          </a:r>
        </a:p>
      </dsp:txBody>
      <dsp:txXfrm>
        <a:off x="1777484" y="2151769"/>
        <a:ext cx="3437969" cy="1458532"/>
      </dsp:txXfrm>
    </dsp:sp>
    <dsp:sp modelId="{E60ECE73-5C60-439D-BBFC-696A0772AE4F}">
      <dsp:nvSpPr>
        <dsp:cNvPr id="0" name=""/>
        <dsp:cNvSpPr/>
      </dsp:nvSpPr>
      <dsp:spPr>
        <a:xfrm>
          <a:off x="5814495" y="2151769"/>
          <a:ext cx="1458532" cy="145853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BFB65-544C-43C0-995D-0523FE115683}">
      <dsp:nvSpPr>
        <dsp:cNvPr id="0" name=""/>
        <dsp:cNvSpPr/>
      </dsp:nvSpPr>
      <dsp:spPr>
        <a:xfrm>
          <a:off x="6120786" y="2458061"/>
          <a:ext cx="845948" cy="8459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DC3AB-5776-4A52-AD0F-FDDF974A9D5A}">
      <dsp:nvSpPr>
        <dsp:cNvPr id="0" name=""/>
        <dsp:cNvSpPr/>
      </dsp:nvSpPr>
      <dsp:spPr>
        <a:xfrm>
          <a:off x="7585570" y="2151769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Maintained records and official documentation.</a:t>
          </a:r>
        </a:p>
      </dsp:txBody>
      <dsp:txXfrm>
        <a:off x="7585570" y="2151769"/>
        <a:ext cx="3437969" cy="14585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11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8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9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2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9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5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3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5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5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1743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857404" y="1577340"/>
            <a:ext cx="6228950" cy="3703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400" b="1"/>
            </a:pPr>
            <a:r>
              <a:rPr lang="en-US" sz="3600" cap="all">
                <a:solidFill>
                  <a:schemeClr val="tx2"/>
                </a:solidFill>
                <a:latin typeface="+mj-lt"/>
                <a:ea typeface="+mj-ea"/>
                <a:cs typeface="+mj-cs"/>
              </a:rPr>
              <a:t>FUNGANI KUHLEKONKE NSIKELELO CHAMANE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/>
            </a:pPr>
            <a:r>
              <a:rPr lang="en-US" sz="3600" cap="all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Professional CV Presentation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/>
            </a:pPr>
            <a:r>
              <a:rPr lang="en-US" sz="3600" cap="all">
                <a:solidFill>
                  <a:schemeClr val="tx2"/>
                </a:solidFill>
                <a:latin typeface="+mj-lt"/>
                <a:ea typeface="+mj-ea"/>
                <a:cs typeface="+mj-cs"/>
              </a:rPr>
              <a:t>Administration • Records Management • Document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1864" y="1577340"/>
            <a:ext cx="2717172" cy="3703320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defRPr sz="1600"/>
            </a:pPr>
            <a:r>
              <a:rPr lang="en-US" sz="2800" cap="all">
                <a:solidFill>
                  <a:schemeClr val="accent2"/>
                </a:solidFill>
              </a:rPr>
              <a:t>Phone: +27 71 270 5115  |  Email: Funganichamane95@gmail.com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D976D6-8C98-48CC-8C34-0468F3167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13938" y="3383280"/>
            <a:ext cx="228600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88596" y="3383280"/>
            <a:ext cx="3703320" cy="9144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62618-0D02-4C29-88C5-1EDF7F32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747F4-A0AE-425C-B527-E3E32461F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07F29A-1576-479E-B227-0D649860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7B26C7-6F2F-453C-9C08-71E199E5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581192" y="702156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2800" cap="all">
                <a:solidFill>
                  <a:srgbClr val="FFFEFF"/>
                </a:solidFill>
                <a:latin typeface="+mj-lt"/>
                <a:ea typeface="+mj-ea"/>
                <a:cs typeface="+mj-cs"/>
              </a:rPr>
              <a:t>Professional Profile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455353A-0EB0-1B73-FCAD-364AAFF70A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3260735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6BEBD5-A373-4C8C-8C06-CD8007E22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A97CA5D-BCDD-4F61-B77F-34068368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fferent colored organizers">
            <a:extLst>
              <a:ext uri="{FF2B5EF4-FFF2-40B4-BE49-F238E27FC236}">
                <a16:creationId xmlns:a16="http://schemas.microsoft.com/office/drawing/2014/main" id="{2BCE7A27-F6CF-78B8-D0F3-54538ABBF62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b="70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B80117C-7F39-43C5-86D0-1B3E99AB5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581192" y="702156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28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Core Competencies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2A9BB93-2DF4-4EFD-94C3-A0CC895CD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0B3C702-83B2-4274-BF5A-C42475E28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7BEE93-7680-4E07-8B35-53D4D53F2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626784A-218C-4257-AC79-DD5BC6EF9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81192" y="2180496"/>
            <a:ext cx="11029615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100"/>
            </a:pPr>
            <a:r>
              <a:rPr lang="en-US" sz="2100">
                <a:solidFill>
                  <a:schemeClr val="tx2"/>
                </a:solidFill>
              </a:rPr>
              <a:t>Records Administration and Document Management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100"/>
            </a:pPr>
            <a:r>
              <a:rPr lang="en-US" sz="2100">
                <a:solidFill>
                  <a:schemeClr val="tx2"/>
                </a:solidFill>
              </a:rPr>
              <a:t>Office Administration • Registry and Filing Systems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100"/>
            </a:pPr>
            <a:r>
              <a:rPr lang="en-US" sz="2100">
                <a:solidFill>
                  <a:schemeClr val="tx2"/>
                </a:solidFill>
              </a:rPr>
              <a:t>Correspondence and Mail Administration • Report Writing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100"/>
            </a:pPr>
            <a:r>
              <a:rPr lang="en-US" sz="2100">
                <a:solidFill>
                  <a:schemeClr val="tx2"/>
                </a:solidFill>
              </a:rPr>
              <a:t>Data Capturing • Microsoft Office • Policy Implementation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100"/>
            </a:pPr>
            <a:r>
              <a:rPr lang="en-US" sz="2100">
                <a:solidFill>
                  <a:schemeClr val="tx2"/>
                </a:solidFill>
              </a:rPr>
              <a:t>Legislative Compliance • Stakeholder Liaison • Meeting Coordination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100"/>
            </a:pPr>
            <a:r>
              <a:rPr lang="en-US" sz="2100">
                <a:solidFill>
                  <a:schemeClr val="tx2"/>
                </a:solidFill>
              </a:rPr>
              <a:t>Information Management • Communication • Problem Solving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B74D4E-F243-4A10-813D-500A14025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0130DC-F780-43D2-B26A-92EACD789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1192" y="641653"/>
            <a:ext cx="11029616" cy="10955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2800" cap="all" spc="-6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Professional Experience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676E0E-5B44-4166-8EDD-CFDBAC622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581192" y="1879600"/>
            <a:ext cx="11029615" cy="397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00"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</a:rPr>
              <a:t>Land Management Officer – Msunduzi Municipality / Matthew Francis Inc. (Oct 2018 – Feb 2019)</a:t>
            </a:r>
          </a:p>
          <a:p>
            <a:pPr indent="-18288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00"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</a:rPr>
              <a:t>Managed official records and project documentation.</a:t>
            </a:r>
          </a:p>
          <a:p>
            <a:pPr indent="-18288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00"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</a:rPr>
              <a:t>Maintained filing systems and document control for municipal land records.</a:t>
            </a:r>
          </a:p>
          <a:p>
            <a:pPr indent="-18288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00"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</a:rPr>
              <a:t>Prepared weekly management reports and administrative correspondence.</a:t>
            </a:r>
          </a:p>
          <a:p>
            <a:pPr indent="-18288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00"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</a:rPr>
              <a:t>Captured and updated departmental information and records.</a:t>
            </a:r>
          </a:p>
          <a:p>
            <a:pPr indent="-18288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00"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</a:rPr>
              <a:t>Coordinated document circulation and retrieval; supported policy implementation and legislative compliance.</a:t>
            </a:r>
          </a:p>
          <a:p>
            <a:pPr indent="-18288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700"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</a:rPr>
              <a:t>Maintained confidential records and liaised with departments.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62618-0D02-4C29-88C5-1EDF7F32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747F4-A0AE-425C-B527-E3E32461F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07F29A-1576-479E-B227-0D649860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7B26C7-6F2F-453C-9C08-71E199E5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46228" y="1037967"/>
            <a:ext cx="3054091" cy="4709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2800" cap="all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Professional Experience — Leadership &amp; Administration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D29117B-9589-D9D2-D667-A17ED353BC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7703348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62618-0D02-4C29-88C5-1EDF7F32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747F4-A0AE-425C-B527-E3E32461F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07F29A-1576-479E-B227-0D649860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7B26C7-6F2F-453C-9C08-71E199E5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581192" y="702156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2800" cap="all">
                <a:solidFill>
                  <a:srgbClr val="FFFEFF"/>
                </a:solidFill>
                <a:latin typeface="+mj-lt"/>
                <a:ea typeface="+mj-ea"/>
                <a:cs typeface="+mj-cs"/>
              </a:rPr>
              <a:t>Additional Experience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4D69FF0-2EE8-B516-E904-D0B7B3D5CB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3647756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B74D4E-F243-4A10-813D-500A14025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0130DC-F780-43D2-B26A-92EACD789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1192" y="641653"/>
            <a:ext cx="11029616" cy="10955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2800" cap="all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Education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676E0E-5B44-4166-8EDD-CFDBAC622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581192" y="1879600"/>
            <a:ext cx="11029615" cy="397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000"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</a:rPr>
              <a:t>Bachelor of Community and Development Studies — University of KwaZulu-Natal (2014–2016)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000"/>
            </a:pPr>
            <a:r>
              <a:rPr lang="en-US" sz="2400">
                <a:solidFill>
                  <a:schemeClr val="accent2">
                    <a:lumMod val="50000"/>
                  </a:schemeClr>
                </a:solidFill>
              </a:rPr>
              <a:t>Postgraduate Diploma in Marketing and Supply Chain Management — University of KwaZulu-Natal (2018)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B74D4E-F243-4A10-813D-500A14025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59157" y="1113764"/>
            <a:ext cx="326974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3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5905" y="1113764"/>
            <a:ext cx="610817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100"/>
            </a:pPr>
            <a:r>
              <a:rPr lang="en-US" sz="2100">
                <a:solidFill>
                  <a:schemeClr val="tx2"/>
                </a:solidFill>
              </a:rPr>
              <a:t>Fungani Kuhlekonke Nsikelello Chamane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100"/>
            </a:pPr>
            <a:r>
              <a:rPr lang="en-US" sz="2100">
                <a:solidFill>
                  <a:schemeClr val="tx2"/>
                </a:solidFill>
              </a:rPr>
              <a:t>Phone: +27 71 270 5115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100"/>
            </a:pPr>
            <a:r>
              <a:rPr lang="en-US" sz="2100">
                <a:solidFill>
                  <a:schemeClr val="tx2"/>
                </a:solidFill>
              </a:rPr>
              <a:t>Email: Funganichamane95@gmail.com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100"/>
            </a:pPr>
            <a:r>
              <a:rPr lang="en-US" sz="2100">
                <a:solidFill>
                  <a:schemeClr val="tx2"/>
                </a:solidFill>
              </a:rPr>
              <a:t>Address: 05 Union Lane, Linden Lea, Pinetown, 3610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</TotalTime>
  <Words>372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Fungani Chamane</cp:lastModifiedBy>
  <cp:revision>3</cp:revision>
  <dcterms:created xsi:type="dcterms:W3CDTF">2013-01-27T09:14:16Z</dcterms:created>
  <dcterms:modified xsi:type="dcterms:W3CDTF">2026-09-02T14:43:12Z</dcterms:modified>
  <cp:category/>
</cp:coreProperties>
</file>